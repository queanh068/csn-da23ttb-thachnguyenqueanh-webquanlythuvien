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 id="2147483672" r:id="rId2"/>
    <p:sldMasterId id="2147483684" r:id="rId3"/>
    <p:sldMasterId id="2147483696" r:id="rId4"/>
    <p:sldMasterId id="2147483708" r:id="rId5"/>
    <p:sldMasterId id="2147483720" r:id="rId6"/>
  </p:sldMasterIdLst>
  <p:notesMasterIdLst>
    <p:notesMasterId r:id="rId27"/>
  </p:notesMasterIdLst>
  <p:sldIdLst>
    <p:sldId id="293" r:id="rId7"/>
    <p:sldId id="294" r:id="rId8"/>
    <p:sldId id="295" r:id="rId9"/>
    <p:sldId id="296" r:id="rId10"/>
    <p:sldId id="297" r:id="rId11"/>
    <p:sldId id="298" r:id="rId12"/>
    <p:sldId id="299" r:id="rId13"/>
    <p:sldId id="300" r:id="rId14"/>
    <p:sldId id="301" r:id="rId15"/>
    <p:sldId id="302" r:id="rId16"/>
    <p:sldId id="303" r:id="rId17"/>
    <p:sldId id="304" r:id="rId18"/>
    <p:sldId id="305" r:id="rId19"/>
    <p:sldId id="306" r:id="rId20"/>
    <p:sldId id="307" r:id="rId21"/>
    <p:sldId id="308" r:id="rId22"/>
    <p:sldId id="309" r:id="rId23"/>
    <p:sldId id="310" r:id="rId24"/>
    <p:sldId id="311" r:id="rId25"/>
    <p:sldId id="312"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6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091" autoAdjust="0"/>
  </p:normalViewPr>
  <p:slideViewPr>
    <p:cSldViewPr>
      <p:cViewPr varScale="1">
        <p:scale>
          <a:sx n="62" d="100"/>
          <a:sy n="62" d="100"/>
        </p:scale>
        <p:origin x="1400" y="28"/>
      </p:cViewPr>
      <p:guideLst>
        <p:guide orient="horz" pos="2160"/>
        <p:guide pos="286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slideMaster" Target="slideMasters/slideMaster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presProps" Target="pres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1B5D7CA-E212-49F7-9004-009BDCA12D2C}" type="datetimeFigureOut">
              <a:rPr lang="en-US" smtClean="0"/>
              <a:t>1/4/2026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A5B8022-BBF7-42E3-AD25-B75D43A23F39}" type="slidenum">
              <a:rPr lang="en-US" smtClean="0"/>
              <a:t>‹#›</a:t>
            </a:fld>
            <a:endParaRPr lang="en-US"/>
          </a:p>
        </p:txBody>
      </p:sp>
    </p:spTree>
    <p:extLst>
      <p:ext uri="{BB962C8B-B14F-4D97-AF65-F5344CB8AC3E}">
        <p14:creationId xmlns:p14="http://schemas.microsoft.com/office/powerpoint/2010/main" val="27708737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A5B8022-BBF7-42E3-AD25-B75D43A23F39}" type="slidenum">
              <a:rPr lang="en-US" smtClean="0"/>
              <a:t>1</a:t>
            </a:fld>
            <a:endParaRPr lang="en-US"/>
          </a:p>
        </p:txBody>
      </p:sp>
    </p:spTree>
    <p:extLst>
      <p:ext uri="{BB962C8B-B14F-4D97-AF65-F5344CB8AC3E}">
        <p14:creationId xmlns:p14="http://schemas.microsoft.com/office/powerpoint/2010/main" val="11295758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A5B8022-BBF7-42E3-AD25-B75D43A23F39}" type="slidenum">
              <a:rPr lang="en-US" smtClean="0"/>
              <a:t>2</a:t>
            </a:fld>
            <a:endParaRPr lang="en-US"/>
          </a:p>
        </p:txBody>
      </p:sp>
    </p:spTree>
    <p:extLst>
      <p:ext uri="{BB962C8B-B14F-4D97-AF65-F5344CB8AC3E}">
        <p14:creationId xmlns:p14="http://schemas.microsoft.com/office/powerpoint/2010/main" val="8639925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A5B8022-BBF7-42E3-AD25-B75D43A23F39}" type="slidenum">
              <a:rPr lang="en-US" smtClean="0"/>
              <a:t>3</a:t>
            </a:fld>
            <a:endParaRPr lang="en-US"/>
          </a:p>
        </p:txBody>
      </p:sp>
    </p:spTree>
    <p:extLst>
      <p:ext uri="{BB962C8B-B14F-4D97-AF65-F5344CB8AC3E}">
        <p14:creationId xmlns:p14="http://schemas.microsoft.com/office/powerpoint/2010/main" val="11605398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A5B8022-BBF7-42E3-AD25-B75D43A23F39}" type="slidenum">
              <a:rPr lang="en-US" smtClean="0"/>
              <a:t>4</a:t>
            </a:fld>
            <a:endParaRPr lang="en-US"/>
          </a:p>
        </p:txBody>
      </p:sp>
    </p:spTree>
    <p:extLst>
      <p:ext uri="{BB962C8B-B14F-4D97-AF65-F5344CB8AC3E}">
        <p14:creationId xmlns:p14="http://schemas.microsoft.com/office/powerpoint/2010/main" val="31998805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A5B8022-BBF7-42E3-AD25-B75D43A23F39}" type="slidenum">
              <a:rPr lang="en-US" smtClean="0"/>
              <a:t>5</a:t>
            </a:fld>
            <a:endParaRPr lang="en-US"/>
          </a:p>
        </p:txBody>
      </p:sp>
    </p:spTree>
    <p:extLst>
      <p:ext uri="{BB962C8B-B14F-4D97-AF65-F5344CB8AC3E}">
        <p14:creationId xmlns:p14="http://schemas.microsoft.com/office/powerpoint/2010/main" val="7713197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A5B8022-BBF7-42E3-AD25-B75D43A23F39}" type="slidenum">
              <a:rPr lang="en-US" smtClean="0"/>
              <a:t>6</a:t>
            </a:fld>
            <a:endParaRPr lang="en-US"/>
          </a:p>
        </p:txBody>
      </p:sp>
    </p:spTree>
    <p:extLst>
      <p:ext uri="{BB962C8B-B14F-4D97-AF65-F5344CB8AC3E}">
        <p14:creationId xmlns:p14="http://schemas.microsoft.com/office/powerpoint/2010/main" val="9990299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A5B8022-BBF7-42E3-AD25-B75D43A23F39}" type="slidenum">
              <a:rPr lang="en-US" smtClean="0"/>
              <a:t>7</a:t>
            </a:fld>
            <a:endParaRPr lang="en-US"/>
          </a:p>
        </p:txBody>
      </p:sp>
    </p:spTree>
    <p:extLst>
      <p:ext uri="{BB962C8B-B14F-4D97-AF65-F5344CB8AC3E}">
        <p14:creationId xmlns:p14="http://schemas.microsoft.com/office/powerpoint/2010/main" val="42596586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A5B8022-BBF7-42E3-AD25-B75D43A23F39}" type="slidenum">
              <a:rPr lang="en-US" smtClean="0"/>
              <a:t>8</a:t>
            </a:fld>
            <a:endParaRPr lang="en-US"/>
          </a:p>
        </p:txBody>
      </p:sp>
    </p:spTree>
    <p:extLst>
      <p:ext uri="{BB962C8B-B14F-4D97-AF65-F5344CB8AC3E}">
        <p14:creationId xmlns:p14="http://schemas.microsoft.com/office/powerpoint/2010/main" val="21562912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A5B8022-BBF7-42E3-AD25-B75D43A23F39}" type="slidenum">
              <a:rPr lang="en-US" smtClean="0"/>
              <a:t>9</a:t>
            </a:fld>
            <a:endParaRPr lang="en-US"/>
          </a:p>
        </p:txBody>
      </p:sp>
    </p:spTree>
    <p:extLst>
      <p:ext uri="{BB962C8B-B14F-4D97-AF65-F5344CB8AC3E}">
        <p14:creationId xmlns:p14="http://schemas.microsoft.com/office/powerpoint/2010/main" val="24204211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A5B8022-BBF7-42E3-AD25-B75D43A23F39}" type="slidenum">
              <a:rPr lang="en-US" smtClean="0"/>
              <a:t>10</a:t>
            </a:fld>
            <a:endParaRPr lang="en-US"/>
          </a:p>
        </p:txBody>
      </p:sp>
    </p:spTree>
    <p:extLst>
      <p:ext uri="{BB962C8B-B14F-4D97-AF65-F5344CB8AC3E}">
        <p14:creationId xmlns:p14="http://schemas.microsoft.com/office/powerpoint/2010/main" val="23851241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A5B8022-BBF7-42E3-AD25-B75D43A23F39}" type="slidenum">
              <a:rPr lang="en-US" smtClean="0"/>
              <a:t>11</a:t>
            </a:fld>
            <a:endParaRPr lang="en-US"/>
          </a:p>
        </p:txBody>
      </p:sp>
    </p:spTree>
    <p:extLst>
      <p:ext uri="{BB962C8B-B14F-4D97-AF65-F5344CB8AC3E}">
        <p14:creationId xmlns:p14="http://schemas.microsoft.com/office/powerpoint/2010/main" val="40404200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A5B8022-BBF7-42E3-AD25-B75D43A23F39}" type="slidenum">
              <a:rPr lang="en-US" smtClean="0"/>
              <a:t>12</a:t>
            </a:fld>
            <a:endParaRPr lang="en-US"/>
          </a:p>
        </p:txBody>
      </p:sp>
    </p:spTree>
    <p:extLst>
      <p:ext uri="{BB962C8B-B14F-4D97-AF65-F5344CB8AC3E}">
        <p14:creationId xmlns:p14="http://schemas.microsoft.com/office/powerpoint/2010/main" val="1020723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A5B8022-BBF7-42E3-AD25-B75D43A23F39}" type="slidenum">
              <a:rPr lang="en-US" smtClean="0"/>
              <a:t>13</a:t>
            </a:fld>
            <a:endParaRPr lang="en-US"/>
          </a:p>
        </p:txBody>
      </p:sp>
    </p:spTree>
    <p:extLst>
      <p:ext uri="{BB962C8B-B14F-4D97-AF65-F5344CB8AC3E}">
        <p14:creationId xmlns:p14="http://schemas.microsoft.com/office/powerpoint/2010/main" val="14741876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A5B8022-BBF7-42E3-AD25-B75D43A23F39}" type="slidenum">
              <a:rPr lang="en-US" smtClean="0"/>
              <a:t>14</a:t>
            </a:fld>
            <a:endParaRPr lang="en-US"/>
          </a:p>
        </p:txBody>
      </p:sp>
    </p:spTree>
    <p:extLst>
      <p:ext uri="{BB962C8B-B14F-4D97-AF65-F5344CB8AC3E}">
        <p14:creationId xmlns:p14="http://schemas.microsoft.com/office/powerpoint/2010/main" val="27298776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A5B8022-BBF7-42E3-AD25-B75D43A23F39}" type="slidenum">
              <a:rPr lang="en-US" smtClean="0"/>
              <a:t>15</a:t>
            </a:fld>
            <a:endParaRPr lang="en-US"/>
          </a:p>
        </p:txBody>
      </p:sp>
    </p:spTree>
    <p:extLst>
      <p:ext uri="{BB962C8B-B14F-4D97-AF65-F5344CB8AC3E}">
        <p14:creationId xmlns:p14="http://schemas.microsoft.com/office/powerpoint/2010/main" val="4989604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A5B8022-BBF7-42E3-AD25-B75D43A23F39}" type="slidenum">
              <a:rPr lang="en-US" smtClean="0"/>
              <a:t>16</a:t>
            </a:fld>
            <a:endParaRPr lang="en-US"/>
          </a:p>
        </p:txBody>
      </p:sp>
    </p:spTree>
    <p:extLst>
      <p:ext uri="{BB962C8B-B14F-4D97-AF65-F5344CB8AC3E}">
        <p14:creationId xmlns:p14="http://schemas.microsoft.com/office/powerpoint/2010/main" val="2092473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A5B8022-BBF7-42E3-AD25-B75D43A23F39}" type="slidenum">
              <a:rPr lang="en-US" smtClean="0"/>
              <a:t>17</a:t>
            </a:fld>
            <a:endParaRPr lang="en-US"/>
          </a:p>
        </p:txBody>
      </p:sp>
    </p:spTree>
    <p:extLst>
      <p:ext uri="{BB962C8B-B14F-4D97-AF65-F5344CB8AC3E}">
        <p14:creationId xmlns:p14="http://schemas.microsoft.com/office/powerpoint/2010/main" val="9323959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A5B8022-BBF7-42E3-AD25-B75D43A23F39}" type="slidenum">
              <a:rPr lang="en-US" smtClean="0"/>
              <a:t>19</a:t>
            </a:fld>
            <a:endParaRPr lang="en-US"/>
          </a:p>
        </p:txBody>
      </p:sp>
    </p:spTree>
    <p:extLst>
      <p:ext uri="{BB962C8B-B14F-4D97-AF65-F5344CB8AC3E}">
        <p14:creationId xmlns:p14="http://schemas.microsoft.com/office/powerpoint/2010/main" val="21194297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A5B8022-BBF7-42E3-AD25-B75D43A23F39}" type="slidenum">
              <a:rPr lang="en-US" smtClean="0"/>
              <a:t>20</a:t>
            </a:fld>
            <a:endParaRPr lang="en-US"/>
          </a:p>
        </p:txBody>
      </p:sp>
    </p:spTree>
    <p:extLst>
      <p:ext uri="{BB962C8B-B14F-4D97-AF65-F5344CB8AC3E}">
        <p14:creationId xmlns:p14="http://schemas.microsoft.com/office/powerpoint/2010/main" val="3754215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42900" y="1420283"/>
            <a:ext cx="3886200" cy="980017"/>
          </a:xfrm>
        </p:spPr>
        <p:txBody>
          <a:bodyPr/>
          <a:lstStyle/>
          <a:p>
            <a:r>
              <a:rPr lang="en-US" smtClean="0"/>
              <a:t>Click to edit Master title style</a:t>
            </a:r>
            <a:endParaRPr lang="en-US"/>
          </a:p>
        </p:txBody>
      </p:sp>
      <p:sp>
        <p:nvSpPr>
          <p:cNvPr id="3" name="Subtitle 2"/>
          <p:cNvSpPr>
            <a:spLocks noGrp="1"/>
          </p:cNvSpPr>
          <p:nvPr>
            <p:ph type="subTitle" idx="1"/>
          </p:nvPr>
        </p:nvSpPr>
        <p:spPr>
          <a:xfrm>
            <a:off x="685800" y="2590800"/>
            <a:ext cx="3200400" cy="1168400"/>
          </a:xfrm>
        </p:spPr>
        <p:txBody>
          <a:bodyPr/>
          <a:lstStyle>
            <a:lvl1pPr marL="0" indent="0" algn="ctr">
              <a:buNone/>
              <a:defRPr>
                <a:solidFill>
                  <a:schemeClr val="tx1">
                    <a:tint val="75000"/>
                  </a:schemeClr>
                </a:solidFill>
              </a:defRPr>
            </a:lvl1pPr>
            <a:lvl2pPr marL="228600" indent="0" algn="ctr">
              <a:buNone/>
              <a:defRPr>
                <a:solidFill>
                  <a:schemeClr val="tx1">
                    <a:tint val="75000"/>
                  </a:schemeClr>
                </a:solidFill>
              </a:defRPr>
            </a:lvl2pPr>
            <a:lvl3pPr marL="457200" indent="0" algn="ctr">
              <a:buNone/>
              <a:defRPr>
                <a:solidFill>
                  <a:schemeClr val="tx1">
                    <a:tint val="75000"/>
                  </a:schemeClr>
                </a:solidFill>
              </a:defRPr>
            </a:lvl3pPr>
            <a:lvl4pPr marL="685800" indent="0" algn="ctr">
              <a:buNone/>
              <a:defRPr>
                <a:solidFill>
                  <a:schemeClr val="tx1">
                    <a:tint val="75000"/>
                  </a:schemeClr>
                </a:solidFill>
              </a:defRPr>
            </a:lvl4pPr>
            <a:lvl5pPr marL="914400" indent="0" algn="ctr">
              <a:buNone/>
              <a:defRPr>
                <a:solidFill>
                  <a:schemeClr val="tx1">
                    <a:tint val="75000"/>
                  </a:schemeClr>
                </a:solidFill>
              </a:defRPr>
            </a:lvl5pPr>
            <a:lvl6pPr marL="1143000" indent="0" algn="ctr">
              <a:buNone/>
              <a:defRPr>
                <a:solidFill>
                  <a:schemeClr val="tx1">
                    <a:tint val="75000"/>
                  </a:schemeClr>
                </a:solidFill>
              </a:defRPr>
            </a:lvl6pPr>
            <a:lvl7pPr marL="1371600" indent="0" algn="ctr">
              <a:buNone/>
              <a:defRPr>
                <a:solidFill>
                  <a:schemeClr val="tx1">
                    <a:tint val="75000"/>
                  </a:schemeClr>
                </a:solidFill>
              </a:defRPr>
            </a:lvl7pPr>
            <a:lvl8pPr marL="1600200" indent="0" algn="ctr">
              <a:buNone/>
              <a:defRPr>
                <a:solidFill>
                  <a:schemeClr val="tx1">
                    <a:tint val="75000"/>
                  </a:schemeClr>
                </a:solidFill>
              </a:defRPr>
            </a:lvl8pPr>
            <a:lvl9pPr marL="18288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852715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994040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61157" y="2937934"/>
            <a:ext cx="3886200" cy="908050"/>
          </a:xfrm>
        </p:spPr>
        <p:txBody>
          <a:bodyPr anchor="t"/>
          <a:lstStyle>
            <a:lvl1pPr algn="l">
              <a:defRPr sz="2000" b="1" cap="all"/>
            </a:lvl1pPr>
          </a:lstStyle>
          <a:p>
            <a:r>
              <a:rPr lang="en-US" smtClean="0"/>
              <a:t>Click to edit Master title style</a:t>
            </a:r>
            <a:endParaRPr lang="en-US"/>
          </a:p>
        </p:txBody>
      </p:sp>
      <p:sp>
        <p:nvSpPr>
          <p:cNvPr id="3" name="Text Placeholder 2"/>
          <p:cNvSpPr>
            <a:spLocks noGrp="1"/>
          </p:cNvSpPr>
          <p:nvPr>
            <p:ph type="body" idx="1"/>
          </p:nvPr>
        </p:nvSpPr>
        <p:spPr>
          <a:xfrm>
            <a:off x="361157" y="1937809"/>
            <a:ext cx="3886200" cy="1000125"/>
          </a:xfrm>
        </p:spPr>
        <p:txBody>
          <a:bodyPr anchor="b"/>
          <a:lstStyle>
            <a:lvl1pPr marL="0" indent="0">
              <a:buNone/>
              <a:defRPr sz="1000">
                <a:solidFill>
                  <a:schemeClr val="tx1">
                    <a:tint val="75000"/>
                  </a:schemeClr>
                </a:solidFill>
              </a:defRPr>
            </a:lvl1pPr>
            <a:lvl2pPr marL="228600" indent="0">
              <a:buNone/>
              <a:defRPr sz="900">
                <a:solidFill>
                  <a:schemeClr val="tx1">
                    <a:tint val="75000"/>
                  </a:schemeClr>
                </a:solidFill>
              </a:defRPr>
            </a:lvl2pPr>
            <a:lvl3pPr marL="457200" indent="0">
              <a:buNone/>
              <a:defRPr sz="800">
                <a:solidFill>
                  <a:schemeClr val="tx1">
                    <a:tint val="75000"/>
                  </a:schemeClr>
                </a:solidFill>
              </a:defRPr>
            </a:lvl3pPr>
            <a:lvl4pPr marL="685800" indent="0">
              <a:buNone/>
              <a:defRPr sz="700">
                <a:solidFill>
                  <a:schemeClr val="tx1">
                    <a:tint val="75000"/>
                  </a:schemeClr>
                </a:solidFill>
              </a:defRPr>
            </a:lvl4pPr>
            <a:lvl5pPr marL="914400" indent="0">
              <a:buNone/>
              <a:defRPr sz="700">
                <a:solidFill>
                  <a:schemeClr val="tx1">
                    <a:tint val="75000"/>
                  </a:schemeClr>
                </a:solidFill>
              </a:defRPr>
            </a:lvl5pPr>
            <a:lvl6pPr marL="1143000" indent="0">
              <a:buNone/>
              <a:defRPr sz="700">
                <a:solidFill>
                  <a:schemeClr val="tx1">
                    <a:tint val="75000"/>
                  </a:schemeClr>
                </a:solidFill>
              </a:defRPr>
            </a:lvl6pPr>
            <a:lvl7pPr marL="1371600" indent="0">
              <a:buNone/>
              <a:defRPr sz="700">
                <a:solidFill>
                  <a:schemeClr val="tx1">
                    <a:tint val="75000"/>
                  </a:schemeClr>
                </a:solidFill>
              </a:defRPr>
            </a:lvl7pPr>
            <a:lvl8pPr marL="1600200" indent="0">
              <a:buNone/>
              <a:defRPr sz="700">
                <a:solidFill>
                  <a:schemeClr val="tx1">
                    <a:tint val="75000"/>
                  </a:schemeClr>
                </a:solidFill>
              </a:defRPr>
            </a:lvl8pPr>
            <a:lvl9pPr marL="1828800" indent="0">
              <a:buNone/>
              <a:defRPr sz="7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440963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066800"/>
            <a:ext cx="2019300" cy="3017309"/>
          </a:xfrm>
        </p:spPr>
        <p:txBody>
          <a:bodyPr/>
          <a:lstStyle>
            <a:lvl1pPr>
              <a:defRPr sz="1400"/>
            </a:lvl1pPr>
            <a:lvl2pPr>
              <a:defRPr sz="1200"/>
            </a:lvl2pPr>
            <a:lvl3pPr>
              <a:defRPr sz="1000"/>
            </a:lvl3pPr>
            <a:lvl4pPr>
              <a:defRPr sz="900"/>
            </a:lvl4pPr>
            <a:lvl5pPr>
              <a:defRPr sz="900"/>
            </a:lvl5pPr>
            <a:lvl6pPr>
              <a:defRPr sz="900"/>
            </a:lvl6pPr>
            <a:lvl7pPr>
              <a:defRPr sz="900"/>
            </a:lvl7pPr>
            <a:lvl8pPr>
              <a:defRPr sz="900"/>
            </a:lvl8pPr>
            <a:lvl9pPr>
              <a:defRPr sz="9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2324100" y="1066800"/>
            <a:ext cx="2019300" cy="3017309"/>
          </a:xfrm>
        </p:spPr>
        <p:txBody>
          <a:bodyPr/>
          <a:lstStyle>
            <a:lvl1pPr>
              <a:defRPr sz="1400"/>
            </a:lvl1pPr>
            <a:lvl2pPr>
              <a:defRPr sz="1200"/>
            </a:lvl2pPr>
            <a:lvl3pPr>
              <a:defRPr sz="1000"/>
            </a:lvl3pPr>
            <a:lvl4pPr>
              <a:defRPr sz="900"/>
            </a:lvl4pPr>
            <a:lvl5pPr>
              <a:defRPr sz="900"/>
            </a:lvl5pPr>
            <a:lvl6pPr>
              <a:defRPr sz="900"/>
            </a:lvl6pPr>
            <a:lvl7pPr>
              <a:defRPr sz="900"/>
            </a:lvl7pPr>
            <a:lvl8pPr>
              <a:defRPr sz="900"/>
            </a:lvl8pPr>
            <a:lvl9pPr>
              <a:defRPr sz="9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633234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228600" y="1023409"/>
            <a:ext cx="2020094" cy="426508"/>
          </a:xfrm>
        </p:spPr>
        <p:txBody>
          <a:bodyPr anchor="b"/>
          <a:lstStyle>
            <a:lvl1pPr marL="0" indent="0">
              <a:buNone/>
              <a:defRPr sz="12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smtClean="0"/>
              <a:t>Click to edit Master text styles</a:t>
            </a:r>
          </a:p>
        </p:txBody>
      </p:sp>
      <p:sp>
        <p:nvSpPr>
          <p:cNvPr id="4" name="Content Placeholder 3"/>
          <p:cNvSpPr>
            <a:spLocks noGrp="1"/>
          </p:cNvSpPr>
          <p:nvPr>
            <p:ph sz="half" idx="2"/>
          </p:nvPr>
        </p:nvSpPr>
        <p:spPr>
          <a:xfrm>
            <a:off x="228600" y="1449917"/>
            <a:ext cx="2020094" cy="2634192"/>
          </a:xfrm>
        </p:spPr>
        <p:txBody>
          <a:bodyPr/>
          <a:lstStyle>
            <a:lvl1pPr>
              <a:defRPr sz="1200"/>
            </a:lvl1pPr>
            <a:lvl2pPr>
              <a:defRPr sz="1000"/>
            </a:lvl2pPr>
            <a:lvl3pPr>
              <a:defRPr sz="900"/>
            </a:lvl3pPr>
            <a:lvl4pPr>
              <a:defRPr sz="800"/>
            </a:lvl4pPr>
            <a:lvl5pPr>
              <a:defRPr sz="800"/>
            </a:lvl5pPr>
            <a:lvl6pPr>
              <a:defRPr sz="800"/>
            </a:lvl6pPr>
            <a:lvl7pPr>
              <a:defRPr sz="800"/>
            </a:lvl7pPr>
            <a:lvl8pPr>
              <a:defRPr sz="800"/>
            </a:lvl8pPr>
            <a:lvl9pPr>
              <a:defRPr sz="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2322513" y="1023409"/>
            <a:ext cx="2020888" cy="426508"/>
          </a:xfrm>
        </p:spPr>
        <p:txBody>
          <a:bodyPr anchor="b"/>
          <a:lstStyle>
            <a:lvl1pPr marL="0" indent="0">
              <a:buNone/>
              <a:defRPr sz="12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smtClean="0"/>
              <a:t>Click to edit Master text styles</a:t>
            </a:r>
          </a:p>
        </p:txBody>
      </p:sp>
      <p:sp>
        <p:nvSpPr>
          <p:cNvPr id="6" name="Content Placeholder 5"/>
          <p:cNvSpPr>
            <a:spLocks noGrp="1"/>
          </p:cNvSpPr>
          <p:nvPr>
            <p:ph sz="quarter" idx="4"/>
          </p:nvPr>
        </p:nvSpPr>
        <p:spPr>
          <a:xfrm>
            <a:off x="2322513" y="1449917"/>
            <a:ext cx="2020888" cy="2634192"/>
          </a:xfrm>
        </p:spPr>
        <p:txBody>
          <a:bodyPr/>
          <a:lstStyle>
            <a:lvl1pPr>
              <a:defRPr sz="1200"/>
            </a:lvl1pPr>
            <a:lvl2pPr>
              <a:defRPr sz="1000"/>
            </a:lvl2pPr>
            <a:lvl3pPr>
              <a:defRPr sz="900"/>
            </a:lvl3pPr>
            <a:lvl4pPr>
              <a:defRPr sz="800"/>
            </a:lvl4pPr>
            <a:lvl5pPr>
              <a:defRPr sz="800"/>
            </a:lvl5pPr>
            <a:lvl6pPr>
              <a:defRPr sz="800"/>
            </a:lvl6pPr>
            <a:lvl7pPr>
              <a:defRPr sz="800"/>
            </a:lvl7pPr>
            <a:lvl8pPr>
              <a:defRPr sz="800"/>
            </a:lvl8pPr>
            <a:lvl9pPr>
              <a:defRPr sz="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14162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623832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040694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8600" y="182033"/>
            <a:ext cx="1504157" cy="774700"/>
          </a:xfrm>
        </p:spPr>
        <p:txBody>
          <a:bodyPr anchor="b"/>
          <a:lstStyle>
            <a:lvl1pPr algn="l">
              <a:defRPr sz="1000" b="1"/>
            </a:lvl1pPr>
          </a:lstStyle>
          <a:p>
            <a:r>
              <a:rPr lang="en-US" smtClean="0"/>
              <a:t>Click to edit Master title style</a:t>
            </a:r>
            <a:endParaRPr lang="en-US"/>
          </a:p>
        </p:txBody>
      </p:sp>
      <p:sp>
        <p:nvSpPr>
          <p:cNvPr id="3" name="Content Placeholder 2"/>
          <p:cNvSpPr>
            <a:spLocks noGrp="1"/>
          </p:cNvSpPr>
          <p:nvPr>
            <p:ph idx="1"/>
          </p:nvPr>
        </p:nvSpPr>
        <p:spPr>
          <a:xfrm>
            <a:off x="1787525" y="182034"/>
            <a:ext cx="2555875" cy="3902075"/>
          </a:xfrm>
        </p:spPr>
        <p:txBody>
          <a:bodyPr/>
          <a:lstStyle>
            <a:lvl1pPr>
              <a:defRPr sz="1600"/>
            </a:lvl1pPr>
            <a:lvl2pPr>
              <a:defRPr sz="1400"/>
            </a:lvl2pPr>
            <a:lvl3pPr>
              <a:defRPr sz="1200"/>
            </a:lvl3pPr>
            <a:lvl4pPr>
              <a:defRPr sz="1000"/>
            </a:lvl4pPr>
            <a:lvl5pPr>
              <a:defRPr sz="1000"/>
            </a:lvl5pPr>
            <a:lvl6pPr>
              <a:defRPr sz="1000"/>
            </a:lvl6pPr>
            <a:lvl7pPr>
              <a:defRPr sz="1000"/>
            </a:lvl7pPr>
            <a:lvl8pPr>
              <a:defRPr sz="1000"/>
            </a:lvl8pPr>
            <a:lvl9pPr>
              <a:defRPr sz="1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228600" y="956734"/>
            <a:ext cx="1504157" cy="3127375"/>
          </a:xfrm>
        </p:spPr>
        <p:txBody>
          <a:bodyPr/>
          <a:lstStyle>
            <a:lvl1pPr marL="0" indent="0">
              <a:buNone/>
              <a:defRPr sz="700"/>
            </a:lvl1pPr>
            <a:lvl2pPr marL="228600" indent="0">
              <a:buNone/>
              <a:defRPr sz="600"/>
            </a:lvl2pPr>
            <a:lvl3pPr marL="457200" indent="0">
              <a:buNone/>
              <a:defRPr sz="500"/>
            </a:lvl3pPr>
            <a:lvl4pPr marL="685800" indent="0">
              <a:buNone/>
              <a:defRPr sz="450"/>
            </a:lvl4pPr>
            <a:lvl5pPr marL="914400" indent="0">
              <a:buNone/>
              <a:defRPr sz="450"/>
            </a:lvl5pPr>
            <a:lvl6pPr marL="1143000" indent="0">
              <a:buNone/>
              <a:defRPr sz="450"/>
            </a:lvl6pPr>
            <a:lvl7pPr marL="1371600" indent="0">
              <a:buNone/>
              <a:defRPr sz="450"/>
            </a:lvl7pPr>
            <a:lvl8pPr marL="1600200" indent="0">
              <a:buNone/>
              <a:defRPr sz="450"/>
            </a:lvl8pPr>
            <a:lvl9pPr marL="1828800" indent="0">
              <a:buNone/>
              <a:defRPr sz="4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232840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96144" y="3200400"/>
            <a:ext cx="2743200" cy="377825"/>
          </a:xfrm>
        </p:spPr>
        <p:txBody>
          <a:bodyPr anchor="b"/>
          <a:lstStyle>
            <a:lvl1pPr algn="l">
              <a:defRPr sz="1000" b="1"/>
            </a:lvl1pPr>
          </a:lstStyle>
          <a:p>
            <a:r>
              <a:rPr lang="en-US" smtClean="0"/>
              <a:t>Click to edit Master title style</a:t>
            </a:r>
            <a:endParaRPr lang="en-US"/>
          </a:p>
        </p:txBody>
      </p:sp>
      <p:sp>
        <p:nvSpPr>
          <p:cNvPr id="3" name="Picture Placeholder 2"/>
          <p:cNvSpPr>
            <a:spLocks noGrp="1"/>
          </p:cNvSpPr>
          <p:nvPr>
            <p:ph type="pic" idx="1"/>
          </p:nvPr>
        </p:nvSpPr>
        <p:spPr>
          <a:xfrm>
            <a:off x="896144" y="408517"/>
            <a:ext cx="2743200" cy="2743200"/>
          </a:xfrm>
        </p:spPr>
        <p:txBody>
          <a:bodyPr/>
          <a:lstStyle>
            <a:lvl1pPr marL="0" indent="0">
              <a:buNone/>
              <a:defRPr sz="1600"/>
            </a:lvl1pPr>
            <a:lvl2pPr marL="228600" indent="0">
              <a:buNone/>
              <a:defRPr sz="1400"/>
            </a:lvl2pPr>
            <a:lvl3pPr marL="457200" indent="0">
              <a:buNone/>
              <a:defRPr sz="1200"/>
            </a:lvl3pPr>
            <a:lvl4pPr marL="685800" indent="0">
              <a:buNone/>
              <a:defRPr sz="1000"/>
            </a:lvl4pPr>
            <a:lvl5pPr marL="914400" indent="0">
              <a:buNone/>
              <a:defRPr sz="1000"/>
            </a:lvl5pPr>
            <a:lvl6pPr marL="1143000" indent="0">
              <a:buNone/>
              <a:defRPr sz="1000"/>
            </a:lvl6pPr>
            <a:lvl7pPr marL="1371600" indent="0">
              <a:buNone/>
              <a:defRPr sz="1000"/>
            </a:lvl7pPr>
            <a:lvl8pPr marL="1600200" indent="0">
              <a:buNone/>
              <a:defRPr sz="1000"/>
            </a:lvl8pPr>
            <a:lvl9pPr marL="1828800" indent="0">
              <a:buNone/>
              <a:defRPr sz="1000"/>
            </a:lvl9pPr>
          </a:lstStyle>
          <a:p>
            <a:endParaRPr lang="en-US"/>
          </a:p>
        </p:txBody>
      </p:sp>
      <p:sp>
        <p:nvSpPr>
          <p:cNvPr id="4" name="Text Placeholder 3"/>
          <p:cNvSpPr>
            <a:spLocks noGrp="1"/>
          </p:cNvSpPr>
          <p:nvPr>
            <p:ph type="body" sz="half" idx="2"/>
          </p:nvPr>
        </p:nvSpPr>
        <p:spPr>
          <a:xfrm>
            <a:off x="896144" y="3578225"/>
            <a:ext cx="2743200" cy="536575"/>
          </a:xfrm>
        </p:spPr>
        <p:txBody>
          <a:bodyPr/>
          <a:lstStyle>
            <a:lvl1pPr marL="0" indent="0">
              <a:buNone/>
              <a:defRPr sz="700"/>
            </a:lvl1pPr>
            <a:lvl2pPr marL="228600" indent="0">
              <a:buNone/>
              <a:defRPr sz="600"/>
            </a:lvl2pPr>
            <a:lvl3pPr marL="457200" indent="0">
              <a:buNone/>
              <a:defRPr sz="500"/>
            </a:lvl3pPr>
            <a:lvl4pPr marL="685800" indent="0">
              <a:buNone/>
              <a:defRPr sz="450"/>
            </a:lvl4pPr>
            <a:lvl5pPr marL="914400" indent="0">
              <a:buNone/>
              <a:defRPr sz="450"/>
            </a:lvl5pPr>
            <a:lvl6pPr marL="1143000" indent="0">
              <a:buNone/>
              <a:defRPr sz="450"/>
            </a:lvl6pPr>
            <a:lvl7pPr marL="1371600" indent="0">
              <a:buNone/>
              <a:defRPr sz="450"/>
            </a:lvl7pPr>
            <a:lvl8pPr marL="1600200" indent="0">
              <a:buNone/>
              <a:defRPr sz="450"/>
            </a:lvl8pPr>
            <a:lvl9pPr marL="1828800" indent="0">
              <a:buNone/>
              <a:defRPr sz="4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85429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789997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314700" y="183092"/>
            <a:ext cx="1028700" cy="390101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228600" y="183092"/>
            <a:ext cx="3009900" cy="39010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414290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42900" y="1420283"/>
            <a:ext cx="3886200" cy="980017"/>
          </a:xfrm>
        </p:spPr>
        <p:txBody>
          <a:bodyPr/>
          <a:lstStyle/>
          <a:p>
            <a:r>
              <a:rPr lang="en-US" smtClean="0"/>
              <a:t>Click to edit Master title style</a:t>
            </a:r>
            <a:endParaRPr lang="en-US"/>
          </a:p>
        </p:txBody>
      </p:sp>
      <p:sp>
        <p:nvSpPr>
          <p:cNvPr id="3" name="Subtitle 2"/>
          <p:cNvSpPr>
            <a:spLocks noGrp="1"/>
          </p:cNvSpPr>
          <p:nvPr>
            <p:ph type="subTitle" idx="1"/>
          </p:nvPr>
        </p:nvSpPr>
        <p:spPr>
          <a:xfrm>
            <a:off x="685800" y="2590800"/>
            <a:ext cx="3200400" cy="1168400"/>
          </a:xfrm>
        </p:spPr>
        <p:txBody>
          <a:bodyPr/>
          <a:lstStyle>
            <a:lvl1pPr marL="0" indent="0" algn="ctr">
              <a:buNone/>
              <a:defRPr>
                <a:solidFill>
                  <a:schemeClr val="tx1">
                    <a:tint val="75000"/>
                  </a:schemeClr>
                </a:solidFill>
              </a:defRPr>
            </a:lvl1pPr>
            <a:lvl2pPr marL="228600" indent="0" algn="ctr">
              <a:buNone/>
              <a:defRPr>
                <a:solidFill>
                  <a:schemeClr val="tx1">
                    <a:tint val="75000"/>
                  </a:schemeClr>
                </a:solidFill>
              </a:defRPr>
            </a:lvl2pPr>
            <a:lvl3pPr marL="457200" indent="0" algn="ctr">
              <a:buNone/>
              <a:defRPr>
                <a:solidFill>
                  <a:schemeClr val="tx1">
                    <a:tint val="75000"/>
                  </a:schemeClr>
                </a:solidFill>
              </a:defRPr>
            </a:lvl3pPr>
            <a:lvl4pPr marL="685800" indent="0" algn="ctr">
              <a:buNone/>
              <a:defRPr>
                <a:solidFill>
                  <a:schemeClr val="tx1">
                    <a:tint val="75000"/>
                  </a:schemeClr>
                </a:solidFill>
              </a:defRPr>
            </a:lvl4pPr>
            <a:lvl5pPr marL="914400" indent="0" algn="ctr">
              <a:buNone/>
              <a:defRPr>
                <a:solidFill>
                  <a:schemeClr val="tx1">
                    <a:tint val="75000"/>
                  </a:schemeClr>
                </a:solidFill>
              </a:defRPr>
            </a:lvl5pPr>
            <a:lvl6pPr marL="1143000" indent="0" algn="ctr">
              <a:buNone/>
              <a:defRPr>
                <a:solidFill>
                  <a:schemeClr val="tx1">
                    <a:tint val="75000"/>
                  </a:schemeClr>
                </a:solidFill>
              </a:defRPr>
            </a:lvl6pPr>
            <a:lvl7pPr marL="1371600" indent="0" algn="ctr">
              <a:buNone/>
              <a:defRPr>
                <a:solidFill>
                  <a:schemeClr val="tx1">
                    <a:tint val="75000"/>
                  </a:schemeClr>
                </a:solidFill>
              </a:defRPr>
            </a:lvl7pPr>
            <a:lvl8pPr marL="1600200" indent="0" algn="ctr">
              <a:buNone/>
              <a:defRPr>
                <a:solidFill>
                  <a:schemeClr val="tx1">
                    <a:tint val="75000"/>
                  </a:schemeClr>
                </a:solidFill>
              </a:defRPr>
            </a:lvl8pPr>
            <a:lvl9pPr marL="18288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159585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848520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61157" y="2937934"/>
            <a:ext cx="3886200" cy="908050"/>
          </a:xfrm>
        </p:spPr>
        <p:txBody>
          <a:bodyPr anchor="t"/>
          <a:lstStyle>
            <a:lvl1pPr algn="l">
              <a:defRPr sz="2000" b="1" cap="all"/>
            </a:lvl1pPr>
          </a:lstStyle>
          <a:p>
            <a:r>
              <a:rPr lang="en-US" smtClean="0"/>
              <a:t>Click to edit Master title style</a:t>
            </a:r>
            <a:endParaRPr lang="en-US"/>
          </a:p>
        </p:txBody>
      </p:sp>
      <p:sp>
        <p:nvSpPr>
          <p:cNvPr id="3" name="Text Placeholder 2"/>
          <p:cNvSpPr>
            <a:spLocks noGrp="1"/>
          </p:cNvSpPr>
          <p:nvPr>
            <p:ph type="body" idx="1"/>
          </p:nvPr>
        </p:nvSpPr>
        <p:spPr>
          <a:xfrm>
            <a:off x="361157" y="1937809"/>
            <a:ext cx="3886200" cy="1000125"/>
          </a:xfrm>
        </p:spPr>
        <p:txBody>
          <a:bodyPr anchor="b"/>
          <a:lstStyle>
            <a:lvl1pPr marL="0" indent="0">
              <a:buNone/>
              <a:defRPr sz="1000">
                <a:solidFill>
                  <a:schemeClr val="tx1">
                    <a:tint val="75000"/>
                  </a:schemeClr>
                </a:solidFill>
              </a:defRPr>
            </a:lvl1pPr>
            <a:lvl2pPr marL="228600" indent="0">
              <a:buNone/>
              <a:defRPr sz="900">
                <a:solidFill>
                  <a:schemeClr val="tx1">
                    <a:tint val="75000"/>
                  </a:schemeClr>
                </a:solidFill>
              </a:defRPr>
            </a:lvl2pPr>
            <a:lvl3pPr marL="457200" indent="0">
              <a:buNone/>
              <a:defRPr sz="800">
                <a:solidFill>
                  <a:schemeClr val="tx1">
                    <a:tint val="75000"/>
                  </a:schemeClr>
                </a:solidFill>
              </a:defRPr>
            </a:lvl3pPr>
            <a:lvl4pPr marL="685800" indent="0">
              <a:buNone/>
              <a:defRPr sz="700">
                <a:solidFill>
                  <a:schemeClr val="tx1">
                    <a:tint val="75000"/>
                  </a:schemeClr>
                </a:solidFill>
              </a:defRPr>
            </a:lvl4pPr>
            <a:lvl5pPr marL="914400" indent="0">
              <a:buNone/>
              <a:defRPr sz="700">
                <a:solidFill>
                  <a:schemeClr val="tx1">
                    <a:tint val="75000"/>
                  </a:schemeClr>
                </a:solidFill>
              </a:defRPr>
            </a:lvl5pPr>
            <a:lvl6pPr marL="1143000" indent="0">
              <a:buNone/>
              <a:defRPr sz="700">
                <a:solidFill>
                  <a:schemeClr val="tx1">
                    <a:tint val="75000"/>
                  </a:schemeClr>
                </a:solidFill>
              </a:defRPr>
            </a:lvl6pPr>
            <a:lvl7pPr marL="1371600" indent="0">
              <a:buNone/>
              <a:defRPr sz="700">
                <a:solidFill>
                  <a:schemeClr val="tx1">
                    <a:tint val="75000"/>
                  </a:schemeClr>
                </a:solidFill>
              </a:defRPr>
            </a:lvl7pPr>
            <a:lvl8pPr marL="1600200" indent="0">
              <a:buNone/>
              <a:defRPr sz="700">
                <a:solidFill>
                  <a:schemeClr val="tx1">
                    <a:tint val="75000"/>
                  </a:schemeClr>
                </a:solidFill>
              </a:defRPr>
            </a:lvl8pPr>
            <a:lvl9pPr marL="1828800" indent="0">
              <a:buNone/>
              <a:defRPr sz="7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327625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066800"/>
            <a:ext cx="2019300" cy="3017309"/>
          </a:xfrm>
        </p:spPr>
        <p:txBody>
          <a:bodyPr/>
          <a:lstStyle>
            <a:lvl1pPr>
              <a:defRPr sz="1400"/>
            </a:lvl1pPr>
            <a:lvl2pPr>
              <a:defRPr sz="1200"/>
            </a:lvl2pPr>
            <a:lvl3pPr>
              <a:defRPr sz="1000"/>
            </a:lvl3pPr>
            <a:lvl4pPr>
              <a:defRPr sz="900"/>
            </a:lvl4pPr>
            <a:lvl5pPr>
              <a:defRPr sz="900"/>
            </a:lvl5pPr>
            <a:lvl6pPr>
              <a:defRPr sz="900"/>
            </a:lvl6pPr>
            <a:lvl7pPr>
              <a:defRPr sz="900"/>
            </a:lvl7pPr>
            <a:lvl8pPr>
              <a:defRPr sz="900"/>
            </a:lvl8pPr>
            <a:lvl9pPr>
              <a:defRPr sz="9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2324100" y="1066800"/>
            <a:ext cx="2019300" cy="3017309"/>
          </a:xfrm>
        </p:spPr>
        <p:txBody>
          <a:bodyPr/>
          <a:lstStyle>
            <a:lvl1pPr>
              <a:defRPr sz="1400"/>
            </a:lvl1pPr>
            <a:lvl2pPr>
              <a:defRPr sz="1200"/>
            </a:lvl2pPr>
            <a:lvl3pPr>
              <a:defRPr sz="1000"/>
            </a:lvl3pPr>
            <a:lvl4pPr>
              <a:defRPr sz="900"/>
            </a:lvl4pPr>
            <a:lvl5pPr>
              <a:defRPr sz="900"/>
            </a:lvl5pPr>
            <a:lvl6pPr>
              <a:defRPr sz="900"/>
            </a:lvl6pPr>
            <a:lvl7pPr>
              <a:defRPr sz="900"/>
            </a:lvl7pPr>
            <a:lvl8pPr>
              <a:defRPr sz="900"/>
            </a:lvl8pPr>
            <a:lvl9pPr>
              <a:defRPr sz="9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349574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228600" y="1023409"/>
            <a:ext cx="2020094" cy="426508"/>
          </a:xfrm>
        </p:spPr>
        <p:txBody>
          <a:bodyPr anchor="b"/>
          <a:lstStyle>
            <a:lvl1pPr marL="0" indent="0">
              <a:buNone/>
              <a:defRPr sz="12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smtClean="0"/>
              <a:t>Click to edit Master text styles</a:t>
            </a:r>
          </a:p>
        </p:txBody>
      </p:sp>
      <p:sp>
        <p:nvSpPr>
          <p:cNvPr id="4" name="Content Placeholder 3"/>
          <p:cNvSpPr>
            <a:spLocks noGrp="1"/>
          </p:cNvSpPr>
          <p:nvPr>
            <p:ph sz="half" idx="2"/>
          </p:nvPr>
        </p:nvSpPr>
        <p:spPr>
          <a:xfrm>
            <a:off x="228600" y="1449917"/>
            <a:ext cx="2020094" cy="2634192"/>
          </a:xfrm>
        </p:spPr>
        <p:txBody>
          <a:bodyPr/>
          <a:lstStyle>
            <a:lvl1pPr>
              <a:defRPr sz="1200"/>
            </a:lvl1pPr>
            <a:lvl2pPr>
              <a:defRPr sz="1000"/>
            </a:lvl2pPr>
            <a:lvl3pPr>
              <a:defRPr sz="900"/>
            </a:lvl3pPr>
            <a:lvl4pPr>
              <a:defRPr sz="800"/>
            </a:lvl4pPr>
            <a:lvl5pPr>
              <a:defRPr sz="800"/>
            </a:lvl5pPr>
            <a:lvl6pPr>
              <a:defRPr sz="800"/>
            </a:lvl6pPr>
            <a:lvl7pPr>
              <a:defRPr sz="800"/>
            </a:lvl7pPr>
            <a:lvl8pPr>
              <a:defRPr sz="800"/>
            </a:lvl8pPr>
            <a:lvl9pPr>
              <a:defRPr sz="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2322513" y="1023409"/>
            <a:ext cx="2020888" cy="426508"/>
          </a:xfrm>
        </p:spPr>
        <p:txBody>
          <a:bodyPr anchor="b"/>
          <a:lstStyle>
            <a:lvl1pPr marL="0" indent="0">
              <a:buNone/>
              <a:defRPr sz="12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smtClean="0"/>
              <a:t>Click to edit Master text styles</a:t>
            </a:r>
          </a:p>
        </p:txBody>
      </p:sp>
      <p:sp>
        <p:nvSpPr>
          <p:cNvPr id="6" name="Content Placeholder 5"/>
          <p:cNvSpPr>
            <a:spLocks noGrp="1"/>
          </p:cNvSpPr>
          <p:nvPr>
            <p:ph sz="quarter" idx="4"/>
          </p:nvPr>
        </p:nvSpPr>
        <p:spPr>
          <a:xfrm>
            <a:off x="2322513" y="1449917"/>
            <a:ext cx="2020888" cy="2634192"/>
          </a:xfrm>
        </p:spPr>
        <p:txBody>
          <a:bodyPr/>
          <a:lstStyle>
            <a:lvl1pPr>
              <a:defRPr sz="1200"/>
            </a:lvl1pPr>
            <a:lvl2pPr>
              <a:defRPr sz="1000"/>
            </a:lvl2pPr>
            <a:lvl3pPr>
              <a:defRPr sz="900"/>
            </a:lvl3pPr>
            <a:lvl4pPr>
              <a:defRPr sz="800"/>
            </a:lvl4pPr>
            <a:lvl5pPr>
              <a:defRPr sz="800"/>
            </a:lvl5pPr>
            <a:lvl6pPr>
              <a:defRPr sz="800"/>
            </a:lvl6pPr>
            <a:lvl7pPr>
              <a:defRPr sz="800"/>
            </a:lvl7pPr>
            <a:lvl8pPr>
              <a:defRPr sz="800"/>
            </a:lvl8pPr>
            <a:lvl9pPr>
              <a:defRPr sz="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11590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460519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091884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8600" y="182033"/>
            <a:ext cx="1504157" cy="774700"/>
          </a:xfrm>
        </p:spPr>
        <p:txBody>
          <a:bodyPr anchor="b"/>
          <a:lstStyle>
            <a:lvl1pPr algn="l">
              <a:defRPr sz="1000" b="1"/>
            </a:lvl1pPr>
          </a:lstStyle>
          <a:p>
            <a:r>
              <a:rPr lang="en-US" smtClean="0"/>
              <a:t>Click to edit Master title style</a:t>
            </a:r>
            <a:endParaRPr lang="en-US"/>
          </a:p>
        </p:txBody>
      </p:sp>
      <p:sp>
        <p:nvSpPr>
          <p:cNvPr id="3" name="Content Placeholder 2"/>
          <p:cNvSpPr>
            <a:spLocks noGrp="1"/>
          </p:cNvSpPr>
          <p:nvPr>
            <p:ph idx="1"/>
          </p:nvPr>
        </p:nvSpPr>
        <p:spPr>
          <a:xfrm>
            <a:off x="1787525" y="182034"/>
            <a:ext cx="2555875" cy="3902075"/>
          </a:xfrm>
        </p:spPr>
        <p:txBody>
          <a:bodyPr/>
          <a:lstStyle>
            <a:lvl1pPr>
              <a:defRPr sz="1600"/>
            </a:lvl1pPr>
            <a:lvl2pPr>
              <a:defRPr sz="1400"/>
            </a:lvl2pPr>
            <a:lvl3pPr>
              <a:defRPr sz="1200"/>
            </a:lvl3pPr>
            <a:lvl4pPr>
              <a:defRPr sz="1000"/>
            </a:lvl4pPr>
            <a:lvl5pPr>
              <a:defRPr sz="1000"/>
            </a:lvl5pPr>
            <a:lvl6pPr>
              <a:defRPr sz="1000"/>
            </a:lvl6pPr>
            <a:lvl7pPr>
              <a:defRPr sz="1000"/>
            </a:lvl7pPr>
            <a:lvl8pPr>
              <a:defRPr sz="1000"/>
            </a:lvl8pPr>
            <a:lvl9pPr>
              <a:defRPr sz="1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228600" y="956734"/>
            <a:ext cx="1504157" cy="3127375"/>
          </a:xfrm>
        </p:spPr>
        <p:txBody>
          <a:bodyPr/>
          <a:lstStyle>
            <a:lvl1pPr marL="0" indent="0">
              <a:buNone/>
              <a:defRPr sz="700"/>
            </a:lvl1pPr>
            <a:lvl2pPr marL="228600" indent="0">
              <a:buNone/>
              <a:defRPr sz="600"/>
            </a:lvl2pPr>
            <a:lvl3pPr marL="457200" indent="0">
              <a:buNone/>
              <a:defRPr sz="500"/>
            </a:lvl3pPr>
            <a:lvl4pPr marL="685800" indent="0">
              <a:buNone/>
              <a:defRPr sz="450"/>
            </a:lvl4pPr>
            <a:lvl5pPr marL="914400" indent="0">
              <a:buNone/>
              <a:defRPr sz="450"/>
            </a:lvl5pPr>
            <a:lvl6pPr marL="1143000" indent="0">
              <a:buNone/>
              <a:defRPr sz="450"/>
            </a:lvl6pPr>
            <a:lvl7pPr marL="1371600" indent="0">
              <a:buNone/>
              <a:defRPr sz="450"/>
            </a:lvl7pPr>
            <a:lvl8pPr marL="1600200" indent="0">
              <a:buNone/>
              <a:defRPr sz="450"/>
            </a:lvl8pPr>
            <a:lvl9pPr marL="1828800" indent="0">
              <a:buNone/>
              <a:defRPr sz="4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43345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96144" y="3200400"/>
            <a:ext cx="2743200" cy="377825"/>
          </a:xfrm>
        </p:spPr>
        <p:txBody>
          <a:bodyPr anchor="b"/>
          <a:lstStyle>
            <a:lvl1pPr algn="l">
              <a:defRPr sz="1000" b="1"/>
            </a:lvl1pPr>
          </a:lstStyle>
          <a:p>
            <a:r>
              <a:rPr lang="en-US" smtClean="0"/>
              <a:t>Click to edit Master title style</a:t>
            </a:r>
            <a:endParaRPr lang="en-US"/>
          </a:p>
        </p:txBody>
      </p:sp>
      <p:sp>
        <p:nvSpPr>
          <p:cNvPr id="3" name="Picture Placeholder 2"/>
          <p:cNvSpPr>
            <a:spLocks noGrp="1"/>
          </p:cNvSpPr>
          <p:nvPr>
            <p:ph type="pic" idx="1"/>
          </p:nvPr>
        </p:nvSpPr>
        <p:spPr>
          <a:xfrm>
            <a:off x="896144" y="408517"/>
            <a:ext cx="2743200" cy="2743200"/>
          </a:xfrm>
        </p:spPr>
        <p:txBody>
          <a:bodyPr/>
          <a:lstStyle>
            <a:lvl1pPr marL="0" indent="0">
              <a:buNone/>
              <a:defRPr sz="1600"/>
            </a:lvl1pPr>
            <a:lvl2pPr marL="228600" indent="0">
              <a:buNone/>
              <a:defRPr sz="1400"/>
            </a:lvl2pPr>
            <a:lvl3pPr marL="457200" indent="0">
              <a:buNone/>
              <a:defRPr sz="1200"/>
            </a:lvl3pPr>
            <a:lvl4pPr marL="685800" indent="0">
              <a:buNone/>
              <a:defRPr sz="1000"/>
            </a:lvl4pPr>
            <a:lvl5pPr marL="914400" indent="0">
              <a:buNone/>
              <a:defRPr sz="1000"/>
            </a:lvl5pPr>
            <a:lvl6pPr marL="1143000" indent="0">
              <a:buNone/>
              <a:defRPr sz="1000"/>
            </a:lvl6pPr>
            <a:lvl7pPr marL="1371600" indent="0">
              <a:buNone/>
              <a:defRPr sz="1000"/>
            </a:lvl7pPr>
            <a:lvl8pPr marL="1600200" indent="0">
              <a:buNone/>
              <a:defRPr sz="1000"/>
            </a:lvl8pPr>
            <a:lvl9pPr marL="1828800" indent="0">
              <a:buNone/>
              <a:defRPr sz="1000"/>
            </a:lvl9pPr>
          </a:lstStyle>
          <a:p>
            <a:endParaRPr lang="en-US"/>
          </a:p>
        </p:txBody>
      </p:sp>
      <p:sp>
        <p:nvSpPr>
          <p:cNvPr id="4" name="Text Placeholder 3"/>
          <p:cNvSpPr>
            <a:spLocks noGrp="1"/>
          </p:cNvSpPr>
          <p:nvPr>
            <p:ph type="body" sz="half" idx="2"/>
          </p:nvPr>
        </p:nvSpPr>
        <p:spPr>
          <a:xfrm>
            <a:off x="896144" y="3578225"/>
            <a:ext cx="2743200" cy="536575"/>
          </a:xfrm>
        </p:spPr>
        <p:txBody>
          <a:bodyPr/>
          <a:lstStyle>
            <a:lvl1pPr marL="0" indent="0">
              <a:buNone/>
              <a:defRPr sz="700"/>
            </a:lvl1pPr>
            <a:lvl2pPr marL="228600" indent="0">
              <a:buNone/>
              <a:defRPr sz="600"/>
            </a:lvl2pPr>
            <a:lvl3pPr marL="457200" indent="0">
              <a:buNone/>
              <a:defRPr sz="500"/>
            </a:lvl3pPr>
            <a:lvl4pPr marL="685800" indent="0">
              <a:buNone/>
              <a:defRPr sz="450"/>
            </a:lvl4pPr>
            <a:lvl5pPr marL="914400" indent="0">
              <a:buNone/>
              <a:defRPr sz="450"/>
            </a:lvl5pPr>
            <a:lvl6pPr marL="1143000" indent="0">
              <a:buNone/>
              <a:defRPr sz="450"/>
            </a:lvl6pPr>
            <a:lvl7pPr marL="1371600" indent="0">
              <a:buNone/>
              <a:defRPr sz="450"/>
            </a:lvl7pPr>
            <a:lvl8pPr marL="1600200" indent="0">
              <a:buNone/>
              <a:defRPr sz="450"/>
            </a:lvl8pPr>
            <a:lvl9pPr marL="1828800" indent="0">
              <a:buNone/>
              <a:defRPr sz="4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737970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62786655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314700" y="183092"/>
            <a:ext cx="1028700" cy="390101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228600" y="183092"/>
            <a:ext cx="3009900" cy="39010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6452915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42900" y="1420283"/>
            <a:ext cx="3886200" cy="980017"/>
          </a:xfrm>
        </p:spPr>
        <p:txBody>
          <a:bodyPr/>
          <a:lstStyle/>
          <a:p>
            <a:r>
              <a:rPr lang="en-US" smtClean="0"/>
              <a:t>Click to edit Master title style</a:t>
            </a:r>
            <a:endParaRPr lang="en-US"/>
          </a:p>
        </p:txBody>
      </p:sp>
      <p:sp>
        <p:nvSpPr>
          <p:cNvPr id="3" name="Subtitle 2"/>
          <p:cNvSpPr>
            <a:spLocks noGrp="1"/>
          </p:cNvSpPr>
          <p:nvPr>
            <p:ph type="subTitle" idx="1"/>
          </p:nvPr>
        </p:nvSpPr>
        <p:spPr>
          <a:xfrm>
            <a:off x="685800" y="2590800"/>
            <a:ext cx="3200400" cy="1168400"/>
          </a:xfrm>
        </p:spPr>
        <p:txBody>
          <a:bodyPr/>
          <a:lstStyle>
            <a:lvl1pPr marL="0" indent="0" algn="ctr">
              <a:buNone/>
              <a:defRPr>
                <a:solidFill>
                  <a:schemeClr val="tx1">
                    <a:tint val="75000"/>
                  </a:schemeClr>
                </a:solidFill>
              </a:defRPr>
            </a:lvl1pPr>
            <a:lvl2pPr marL="228600" indent="0" algn="ctr">
              <a:buNone/>
              <a:defRPr>
                <a:solidFill>
                  <a:schemeClr val="tx1">
                    <a:tint val="75000"/>
                  </a:schemeClr>
                </a:solidFill>
              </a:defRPr>
            </a:lvl2pPr>
            <a:lvl3pPr marL="457200" indent="0" algn="ctr">
              <a:buNone/>
              <a:defRPr>
                <a:solidFill>
                  <a:schemeClr val="tx1">
                    <a:tint val="75000"/>
                  </a:schemeClr>
                </a:solidFill>
              </a:defRPr>
            </a:lvl3pPr>
            <a:lvl4pPr marL="685800" indent="0" algn="ctr">
              <a:buNone/>
              <a:defRPr>
                <a:solidFill>
                  <a:schemeClr val="tx1">
                    <a:tint val="75000"/>
                  </a:schemeClr>
                </a:solidFill>
              </a:defRPr>
            </a:lvl4pPr>
            <a:lvl5pPr marL="914400" indent="0" algn="ctr">
              <a:buNone/>
              <a:defRPr>
                <a:solidFill>
                  <a:schemeClr val="tx1">
                    <a:tint val="75000"/>
                  </a:schemeClr>
                </a:solidFill>
              </a:defRPr>
            </a:lvl5pPr>
            <a:lvl6pPr marL="1143000" indent="0" algn="ctr">
              <a:buNone/>
              <a:defRPr>
                <a:solidFill>
                  <a:schemeClr val="tx1">
                    <a:tint val="75000"/>
                  </a:schemeClr>
                </a:solidFill>
              </a:defRPr>
            </a:lvl6pPr>
            <a:lvl7pPr marL="1371600" indent="0" algn="ctr">
              <a:buNone/>
              <a:defRPr>
                <a:solidFill>
                  <a:schemeClr val="tx1">
                    <a:tint val="75000"/>
                  </a:schemeClr>
                </a:solidFill>
              </a:defRPr>
            </a:lvl7pPr>
            <a:lvl8pPr marL="1600200" indent="0" algn="ctr">
              <a:buNone/>
              <a:defRPr>
                <a:solidFill>
                  <a:schemeClr val="tx1">
                    <a:tint val="75000"/>
                  </a:schemeClr>
                </a:solidFill>
              </a:defRPr>
            </a:lvl8pPr>
            <a:lvl9pPr marL="18288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177618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744838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61157" y="2937934"/>
            <a:ext cx="3886200" cy="908050"/>
          </a:xfrm>
        </p:spPr>
        <p:txBody>
          <a:bodyPr anchor="t"/>
          <a:lstStyle>
            <a:lvl1pPr algn="l">
              <a:defRPr sz="2000" b="1" cap="all"/>
            </a:lvl1pPr>
          </a:lstStyle>
          <a:p>
            <a:r>
              <a:rPr lang="en-US" smtClean="0"/>
              <a:t>Click to edit Master title style</a:t>
            </a:r>
            <a:endParaRPr lang="en-US"/>
          </a:p>
        </p:txBody>
      </p:sp>
      <p:sp>
        <p:nvSpPr>
          <p:cNvPr id="3" name="Text Placeholder 2"/>
          <p:cNvSpPr>
            <a:spLocks noGrp="1"/>
          </p:cNvSpPr>
          <p:nvPr>
            <p:ph type="body" idx="1"/>
          </p:nvPr>
        </p:nvSpPr>
        <p:spPr>
          <a:xfrm>
            <a:off x="361157" y="1937809"/>
            <a:ext cx="3886200" cy="1000125"/>
          </a:xfrm>
        </p:spPr>
        <p:txBody>
          <a:bodyPr anchor="b"/>
          <a:lstStyle>
            <a:lvl1pPr marL="0" indent="0">
              <a:buNone/>
              <a:defRPr sz="1000">
                <a:solidFill>
                  <a:schemeClr val="tx1">
                    <a:tint val="75000"/>
                  </a:schemeClr>
                </a:solidFill>
              </a:defRPr>
            </a:lvl1pPr>
            <a:lvl2pPr marL="228600" indent="0">
              <a:buNone/>
              <a:defRPr sz="900">
                <a:solidFill>
                  <a:schemeClr val="tx1">
                    <a:tint val="75000"/>
                  </a:schemeClr>
                </a:solidFill>
              </a:defRPr>
            </a:lvl2pPr>
            <a:lvl3pPr marL="457200" indent="0">
              <a:buNone/>
              <a:defRPr sz="800">
                <a:solidFill>
                  <a:schemeClr val="tx1">
                    <a:tint val="75000"/>
                  </a:schemeClr>
                </a:solidFill>
              </a:defRPr>
            </a:lvl3pPr>
            <a:lvl4pPr marL="685800" indent="0">
              <a:buNone/>
              <a:defRPr sz="700">
                <a:solidFill>
                  <a:schemeClr val="tx1">
                    <a:tint val="75000"/>
                  </a:schemeClr>
                </a:solidFill>
              </a:defRPr>
            </a:lvl4pPr>
            <a:lvl5pPr marL="914400" indent="0">
              <a:buNone/>
              <a:defRPr sz="700">
                <a:solidFill>
                  <a:schemeClr val="tx1">
                    <a:tint val="75000"/>
                  </a:schemeClr>
                </a:solidFill>
              </a:defRPr>
            </a:lvl5pPr>
            <a:lvl6pPr marL="1143000" indent="0">
              <a:buNone/>
              <a:defRPr sz="700">
                <a:solidFill>
                  <a:schemeClr val="tx1">
                    <a:tint val="75000"/>
                  </a:schemeClr>
                </a:solidFill>
              </a:defRPr>
            </a:lvl6pPr>
            <a:lvl7pPr marL="1371600" indent="0">
              <a:buNone/>
              <a:defRPr sz="700">
                <a:solidFill>
                  <a:schemeClr val="tx1">
                    <a:tint val="75000"/>
                  </a:schemeClr>
                </a:solidFill>
              </a:defRPr>
            </a:lvl7pPr>
            <a:lvl8pPr marL="1600200" indent="0">
              <a:buNone/>
              <a:defRPr sz="700">
                <a:solidFill>
                  <a:schemeClr val="tx1">
                    <a:tint val="75000"/>
                  </a:schemeClr>
                </a:solidFill>
              </a:defRPr>
            </a:lvl8pPr>
            <a:lvl9pPr marL="1828800" indent="0">
              <a:buNone/>
              <a:defRPr sz="7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1993501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066800"/>
            <a:ext cx="2019300" cy="3017309"/>
          </a:xfrm>
        </p:spPr>
        <p:txBody>
          <a:bodyPr/>
          <a:lstStyle>
            <a:lvl1pPr>
              <a:defRPr sz="1400"/>
            </a:lvl1pPr>
            <a:lvl2pPr>
              <a:defRPr sz="1200"/>
            </a:lvl2pPr>
            <a:lvl3pPr>
              <a:defRPr sz="1000"/>
            </a:lvl3pPr>
            <a:lvl4pPr>
              <a:defRPr sz="900"/>
            </a:lvl4pPr>
            <a:lvl5pPr>
              <a:defRPr sz="900"/>
            </a:lvl5pPr>
            <a:lvl6pPr>
              <a:defRPr sz="900"/>
            </a:lvl6pPr>
            <a:lvl7pPr>
              <a:defRPr sz="900"/>
            </a:lvl7pPr>
            <a:lvl8pPr>
              <a:defRPr sz="900"/>
            </a:lvl8pPr>
            <a:lvl9pPr>
              <a:defRPr sz="9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2324100" y="1066800"/>
            <a:ext cx="2019300" cy="3017309"/>
          </a:xfrm>
        </p:spPr>
        <p:txBody>
          <a:bodyPr/>
          <a:lstStyle>
            <a:lvl1pPr>
              <a:defRPr sz="1400"/>
            </a:lvl1pPr>
            <a:lvl2pPr>
              <a:defRPr sz="1200"/>
            </a:lvl2pPr>
            <a:lvl3pPr>
              <a:defRPr sz="1000"/>
            </a:lvl3pPr>
            <a:lvl4pPr>
              <a:defRPr sz="900"/>
            </a:lvl4pPr>
            <a:lvl5pPr>
              <a:defRPr sz="900"/>
            </a:lvl5pPr>
            <a:lvl6pPr>
              <a:defRPr sz="900"/>
            </a:lvl6pPr>
            <a:lvl7pPr>
              <a:defRPr sz="900"/>
            </a:lvl7pPr>
            <a:lvl8pPr>
              <a:defRPr sz="900"/>
            </a:lvl8pPr>
            <a:lvl9pPr>
              <a:defRPr sz="9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2853889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228600" y="1023409"/>
            <a:ext cx="2020094" cy="426508"/>
          </a:xfrm>
        </p:spPr>
        <p:txBody>
          <a:bodyPr anchor="b"/>
          <a:lstStyle>
            <a:lvl1pPr marL="0" indent="0">
              <a:buNone/>
              <a:defRPr sz="12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smtClean="0"/>
              <a:t>Click to edit Master text styles</a:t>
            </a:r>
          </a:p>
        </p:txBody>
      </p:sp>
      <p:sp>
        <p:nvSpPr>
          <p:cNvPr id="4" name="Content Placeholder 3"/>
          <p:cNvSpPr>
            <a:spLocks noGrp="1"/>
          </p:cNvSpPr>
          <p:nvPr>
            <p:ph sz="half" idx="2"/>
          </p:nvPr>
        </p:nvSpPr>
        <p:spPr>
          <a:xfrm>
            <a:off x="228600" y="1449917"/>
            <a:ext cx="2020094" cy="2634192"/>
          </a:xfrm>
        </p:spPr>
        <p:txBody>
          <a:bodyPr/>
          <a:lstStyle>
            <a:lvl1pPr>
              <a:defRPr sz="1200"/>
            </a:lvl1pPr>
            <a:lvl2pPr>
              <a:defRPr sz="1000"/>
            </a:lvl2pPr>
            <a:lvl3pPr>
              <a:defRPr sz="900"/>
            </a:lvl3pPr>
            <a:lvl4pPr>
              <a:defRPr sz="800"/>
            </a:lvl4pPr>
            <a:lvl5pPr>
              <a:defRPr sz="800"/>
            </a:lvl5pPr>
            <a:lvl6pPr>
              <a:defRPr sz="800"/>
            </a:lvl6pPr>
            <a:lvl7pPr>
              <a:defRPr sz="800"/>
            </a:lvl7pPr>
            <a:lvl8pPr>
              <a:defRPr sz="800"/>
            </a:lvl8pPr>
            <a:lvl9pPr>
              <a:defRPr sz="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2322513" y="1023409"/>
            <a:ext cx="2020888" cy="426508"/>
          </a:xfrm>
        </p:spPr>
        <p:txBody>
          <a:bodyPr anchor="b"/>
          <a:lstStyle>
            <a:lvl1pPr marL="0" indent="0">
              <a:buNone/>
              <a:defRPr sz="12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smtClean="0"/>
              <a:t>Click to edit Master text styles</a:t>
            </a:r>
          </a:p>
        </p:txBody>
      </p:sp>
      <p:sp>
        <p:nvSpPr>
          <p:cNvPr id="6" name="Content Placeholder 5"/>
          <p:cNvSpPr>
            <a:spLocks noGrp="1"/>
          </p:cNvSpPr>
          <p:nvPr>
            <p:ph sz="quarter" idx="4"/>
          </p:nvPr>
        </p:nvSpPr>
        <p:spPr>
          <a:xfrm>
            <a:off x="2322513" y="1449917"/>
            <a:ext cx="2020888" cy="2634192"/>
          </a:xfrm>
        </p:spPr>
        <p:txBody>
          <a:bodyPr/>
          <a:lstStyle>
            <a:lvl1pPr>
              <a:defRPr sz="1200"/>
            </a:lvl1pPr>
            <a:lvl2pPr>
              <a:defRPr sz="1000"/>
            </a:lvl2pPr>
            <a:lvl3pPr>
              <a:defRPr sz="900"/>
            </a:lvl3pPr>
            <a:lvl4pPr>
              <a:defRPr sz="800"/>
            </a:lvl4pPr>
            <a:lvl5pPr>
              <a:defRPr sz="800"/>
            </a:lvl5pPr>
            <a:lvl6pPr>
              <a:defRPr sz="800"/>
            </a:lvl6pPr>
            <a:lvl7pPr>
              <a:defRPr sz="800"/>
            </a:lvl7pPr>
            <a:lvl8pPr>
              <a:defRPr sz="800"/>
            </a:lvl8pPr>
            <a:lvl9pPr>
              <a:defRPr sz="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0981616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5223618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1668715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8600" y="182033"/>
            <a:ext cx="1504157" cy="774700"/>
          </a:xfrm>
        </p:spPr>
        <p:txBody>
          <a:bodyPr anchor="b"/>
          <a:lstStyle>
            <a:lvl1pPr algn="l">
              <a:defRPr sz="1000" b="1"/>
            </a:lvl1pPr>
          </a:lstStyle>
          <a:p>
            <a:r>
              <a:rPr lang="en-US" smtClean="0"/>
              <a:t>Click to edit Master title style</a:t>
            </a:r>
            <a:endParaRPr lang="en-US"/>
          </a:p>
        </p:txBody>
      </p:sp>
      <p:sp>
        <p:nvSpPr>
          <p:cNvPr id="3" name="Content Placeholder 2"/>
          <p:cNvSpPr>
            <a:spLocks noGrp="1"/>
          </p:cNvSpPr>
          <p:nvPr>
            <p:ph idx="1"/>
          </p:nvPr>
        </p:nvSpPr>
        <p:spPr>
          <a:xfrm>
            <a:off x="1787525" y="182034"/>
            <a:ext cx="2555875" cy="3902075"/>
          </a:xfrm>
        </p:spPr>
        <p:txBody>
          <a:bodyPr/>
          <a:lstStyle>
            <a:lvl1pPr>
              <a:defRPr sz="1600"/>
            </a:lvl1pPr>
            <a:lvl2pPr>
              <a:defRPr sz="1400"/>
            </a:lvl2pPr>
            <a:lvl3pPr>
              <a:defRPr sz="1200"/>
            </a:lvl3pPr>
            <a:lvl4pPr>
              <a:defRPr sz="1000"/>
            </a:lvl4pPr>
            <a:lvl5pPr>
              <a:defRPr sz="1000"/>
            </a:lvl5pPr>
            <a:lvl6pPr>
              <a:defRPr sz="1000"/>
            </a:lvl6pPr>
            <a:lvl7pPr>
              <a:defRPr sz="1000"/>
            </a:lvl7pPr>
            <a:lvl8pPr>
              <a:defRPr sz="1000"/>
            </a:lvl8pPr>
            <a:lvl9pPr>
              <a:defRPr sz="1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228600" y="956734"/>
            <a:ext cx="1504157" cy="3127375"/>
          </a:xfrm>
        </p:spPr>
        <p:txBody>
          <a:bodyPr/>
          <a:lstStyle>
            <a:lvl1pPr marL="0" indent="0">
              <a:buNone/>
              <a:defRPr sz="700"/>
            </a:lvl1pPr>
            <a:lvl2pPr marL="228600" indent="0">
              <a:buNone/>
              <a:defRPr sz="600"/>
            </a:lvl2pPr>
            <a:lvl3pPr marL="457200" indent="0">
              <a:buNone/>
              <a:defRPr sz="500"/>
            </a:lvl3pPr>
            <a:lvl4pPr marL="685800" indent="0">
              <a:buNone/>
              <a:defRPr sz="450"/>
            </a:lvl4pPr>
            <a:lvl5pPr marL="914400" indent="0">
              <a:buNone/>
              <a:defRPr sz="450"/>
            </a:lvl5pPr>
            <a:lvl6pPr marL="1143000" indent="0">
              <a:buNone/>
              <a:defRPr sz="450"/>
            </a:lvl6pPr>
            <a:lvl7pPr marL="1371600" indent="0">
              <a:buNone/>
              <a:defRPr sz="450"/>
            </a:lvl7pPr>
            <a:lvl8pPr marL="1600200" indent="0">
              <a:buNone/>
              <a:defRPr sz="450"/>
            </a:lvl8pPr>
            <a:lvl9pPr marL="1828800" indent="0">
              <a:buNone/>
              <a:defRPr sz="4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3737612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96144" y="3200400"/>
            <a:ext cx="2743200" cy="377825"/>
          </a:xfrm>
        </p:spPr>
        <p:txBody>
          <a:bodyPr anchor="b"/>
          <a:lstStyle>
            <a:lvl1pPr algn="l">
              <a:defRPr sz="1000" b="1"/>
            </a:lvl1pPr>
          </a:lstStyle>
          <a:p>
            <a:r>
              <a:rPr lang="en-US" smtClean="0"/>
              <a:t>Click to edit Master title style</a:t>
            </a:r>
            <a:endParaRPr lang="en-US"/>
          </a:p>
        </p:txBody>
      </p:sp>
      <p:sp>
        <p:nvSpPr>
          <p:cNvPr id="3" name="Picture Placeholder 2"/>
          <p:cNvSpPr>
            <a:spLocks noGrp="1"/>
          </p:cNvSpPr>
          <p:nvPr>
            <p:ph type="pic" idx="1"/>
          </p:nvPr>
        </p:nvSpPr>
        <p:spPr>
          <a:xfrm>
            <a:off x="896144" y="408517"/>
            <a:ext cx="2743200" cy="2743200"/>
          </a:xfrm>
        </p:spPr>
        <p:txBody>
          <a:bodyPr/>
          <a:lstStyle>
            <a:lvl1pPr marL="0" indent="0">
              <a:buNone/>
              <a:defRPr sz="1600"/>
            </a:lvl1pPr>
            <a:lvl2pPr marL="228600" indent="0">
              <a:buNone/>
              <a:defRPr sz="1400"/>
            </a:lvl2pPr>
            <a:lvl3pPr marL="457200" indent="0">
              <a:buNone/>
              <a:defRPr sz="1200"/>
            </a:lvl3pPr>
            <a:lvl4pPr marL="685800" indent="0">
              <a:buNone/>
              <a:defRPr sz="1000"/>
            </a:lvl4pPr>
            <a:lvl5pPr marL="914400" indent="0">
              <a:buNone/>
              <a:defRPr sz="1000"/>
            </a:lvl5pPr>
            <a:lvl6pPr marL="1143000" indent="0">
              <a:buNone/>
              <a:defRPr sz="1000"/>
            </a:lvl6pPr>
            <a:lvl7pPr marL="1371600" indent="0">
              <a:buNone/>
              <a:defRPr sz="1000"/>
            </a:lvl7pPr>
            <a:lvl8pPr marL="1600200" indent="0">
              <a:buNone/>
              <a:defRPr sz="1000"/>
            </a:lvl8pPr>
            <a:lvl9pPr marL="1828800" indent="0">
              <a:buNone/>
              <a:defRPr sz="1000"/>
            </a:lvl9pPr>
          </a:lstStyle>
          <a:p>
            <a:endParaRPr lang="en-US"/>
          </a:p>
        </p:txBody>
      </p:sp>
      <p:sp>
        <p:nvSpPr>
          <p:cNvPr id="4" name="Text Placeholder 3"/>
          <p:cNvSpPr>
            <a:spLocks noGrp="1"/>
          </p:cNvSpPr>
          <p:nvPr>
            <p:ph type="body" sz="half" idx="2"/>
          </p:nvPr>
        </p:nvSpPr>
        <p:spPr>
          <a:xfrm>
            <a:off x="896144" y="3578225"/>
            <a:ext cx="2743200" cy="536575"/>
          </a:xfrm>
        </p:spPr>
        <p:txBody>
          <a:bodyPr/>
          <a:lstStyle>
            <a:lvl1pPr marL="0" indent="0">
              <a:buNone/>
              <a:defRPr sz="700"/>
            </a:lvl1pPr>
            <a:lvl2pPr marL="228600" indent="0">
              <a:buNone/>
              <a:defRPr sz="600"/>
            </a:lvl2pPr>
            <a:lvl3pPr marL="457200" indent="0">
              <a:buNone/>
              <a:defRPr sz="500"/>
            </a:lvl3pPr>
            <a:lvl4pPr marL="685800" indent="0">
              <a:buNone/>
              <a:defRPr sz="450"/>
            </a:lvl4pPr>
            <a:lvl5pPr marL="914400" indent="0">
              <a:buNone/>
              <a:defRPr sz="450"/>
            </a:lvl5pPr>
            <a:lvl6pPr marL="1143000" indent="0">
              <a:buNone/>
              <a:defRPr sz="450"/>
            </a:lvl6pPr>
            <a:lvl7pPr marL="1371600" indent="0">
              <a:buNone/>
              <a:defRPr sz="450"/>
            </a:lvl7pPr>
            <a:lvl8pPr marL="1600200" indent="0">
              <a:buNone/>
              <a:defRPr sz="450"/>
            </a:lvl8pPr>
            <a:lvl9pPr marL="1828800" indent="0">
              <a:buNone/>
              <a:defRPr sz="4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6178748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5793897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314700" y="183092"/>
            <a:ext cx="1028700" cy="390101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228600" y="183092"/>
            <a:ext cx="3009900" cy="39010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7468145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42900" y="1420283"/>
            <a:ext cx="3886200" cy="980017"/>
          </a:xfrm>
        </p:spPr>
        <p:txBody>
          <a:bodyPr/>
          <a:lstStyle/>
          <a:p>
            <a:r>
              <a:rPr lang="en-US" smtClean="0"/>
              <a:t>Click to edit Master title style</a:t>
            </a:r>
            <a:endParaRPr lang="en-US"/>
          </a:p>
        </p:txBody>
      </p:sp>
      <p:sp>
        <p:nvSpPr>
          <p:cNvPr id="3" name="Subtitle 2"/>
          <p:cNvSpPr>
            <a:spLocks noGrp="1"/>
          </p:cNvSpPr>
          <p:nvPr>
            <p:ph type="subTitle" idx="1"/>
          </p:nvPr>
        </p:nvSpPr>
        <p:spPr>
          <a:xfrm>
            <a:off x="685800" y="2590800"/>
            <a:ext cx="3200400" cy="1168400"/>
          </a:xfrm>
        </p:spPr>
        <p:txBody>
          <a:bodyPr/>
          <a:lstStyle>
            <a:lvl1pPr marL="0" indent="0" algn="ctr">
              <a:buNone/>
              <a:defRPr>
                <a:solidFill>
                  <a:schemeClr val="tx1">
                    <a:tint val="75000"/>
                  </a:schemeClr>
                </a:solidFill>
              </a:defRPr>
            </a:lvl1pPr>
            <a:lvl2pPr marL="228600" indent="0" algn="ctr">
              <a:buNone/>
              <a:defRPr>
                <a:solidFill>
                  <a:schemeClr val="tx1">
                    <a:tint val="75000"/>
                  </a:schemeClr>
                </a:solidFill>
              </a:defRPr>
            </a:lvl2pPr>
            <a:lvl3pPr marL="457200" indent="0" algn="ctr">
              <a:buNone/>
              <a:defRPr>
                <a:solidFill>
                  <a:schemeClr val="tx1">
                    <a:tint val="75000"/>
                  </a:schemeClr>
                </a:solidFill>
              </a:defRPr>
            </a:lvl3pPr>
            <a:lvl4pPr marL="685800" indent="0" algn="ctr">
              <a:buNone/>
              <a:defRPr>
                <a:solidFill>
                  <a:schemeClr val="tx1">
                    <a:tint val="75000"/>
                  </a:schemeClr>
                </a:solidFill>
              </a:defRPr>
            </a:lvl4pPr>
            <a:lvl5pPr marL="914400" indent="0" algn="ctr">
              <a:buNone/>
              <a:defRPr>
                <a:solidFill>
                  <a:schemeClr val="tx1">
                    <a:tint val="75000"/>
                  </a:schemeClr>
                </a:solidFill>
              </a:defRPr>
            </a:lvl5pPr>
            <a:lvl6pPr marL="1143000" indent="0" algn="ctr">
              <a:buNone/>
              <a:defRPr>
                <a:solidFill>
                  <a:schemeClr val="tx1">
                    <a:tint val="75000"/>
                  </a:schemeClr>
                </a:solidFill>
              </a:defRPr>
            </a:lvl6pPr>
            <a:lvl7pPr marL="1371600" indent="0" algn="ctr">
              <a:buNone/>
              <a:defRPr>
                <a:solidFill>
                  <a:schemeClr val="tx1">
                    <a:tint val="75000"/>
                  </a:schemeClr>
                </a:solidFill>
              </a:defRPr>
            </a:lvl7pPr>
            <a:lvl8pPr marL="1600200" indent="0" algn="ctr">
              <a:buNone/>
              <a:defRPr>
                <a:solidFill>
                  <a:schemeClr val="tx1">
                    <a:tint val="75000"/>
                  </a:schemeClr>
                </a:solidFill>
              </a:defRPr>
            </a:lvl8pPr>
            <a:lvl9pPr marL="18288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8984388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4025939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61157" y="2937934"/>
            <a:ext cx="3886200" cy="908050"/>
          </a:xfrm>
        </p:spPr>
        <p:txBody>
          <a:bodyPr anchor="t"/>
          <a:lstStyle>
            <a:lvl1pPr algn="l">
              <a:defRPr sz="2000" b="1" cap="all"/>
            </a:lvl1pPr>
          </a:lstStyle>
          <a:p>
            <a:r>
              <a:rPr lang="en-US" smtClean="0"/>
              <a:t>Click to edit Master title style</a:t>
            </a:r>
            <a:endParaRPr lang="en-US"/>
          </a:p>
        </p:txBody>
      </p:sp>
      <p:sp>
        <p:nvSpPr>
          <p:cNvPr id="3" name="Text Placeholder 2"/>
          <p:cNvSpPr>
            <a:spLocks noGrp="1"/>
          </p:cNvSpPr>
          <p:nvPr>
            <p:ph type="body" idx="1"/>
          </p:nvPr>
        </p:nvSpPr>
        <p:spPr>
          <a:xfrm>
            <a:off x="361157" y="1937809"/>
            <a:ext cx="3886200" cy="1000125"/>
          </a:xfrm>
        </p:spPr>
        <p:txBody>
          <a:bodyPr anchor="b"/>
          <a:lstStyle>
            <a:lvl1pPr marL="0" indent="0">
              <a:buNone/>
              <a:defRPr sz="1000">
                <a:solidFill>
                  <a:schemeClr val="tx1">
                    <a:tint val="75000"/>
                  </a:schemeClr>
                </a:solidFill>
              </a:defRPr>
            </a:lvl1pPr>
            <a:lvl2pPr marL="228600" indent="0">
              <a:buNone/>
              <a:defRPr sz="900">
                <a:solidFill>
                  <a:schemeClr val="tx1">
                    <a:tint val="75000"/>
                  </a:schemeClr>
                </a:solidFill>
              </a:defRPr>
            </a:lvl2pPr>
            <a:lvl3pPr marL="457200" indent="0">
              <a:buNone/>
              <a:defRPr sz="800">
                <a:solidFill>
                  <a:schemeClr val="tx1">
                    <a:tint val="75000"/>
                  </a:schemeClr>
                </a:solidFill>
              </a:defRPr>
            </a:lvl3pPr>
            <a:lvl4pPr marL="685800" indent="0">
              <a:buNone/>
              <a:defRPr sz="700">
                <a:solidFill>
                  <a:schemeClr val="tx1">
                    <a:tint val="75000"/>
                  </a:schemeClr>
                </a:solidFill>
              </a:defRPr>
            </a:lvl4pPr>
            <a:lvl5pPr marL="914400" indent="0">
              <a:buNone/>
              <a:defRPr sz="700">
                <a:solidFill>
                  <a:schemeClr val="tx1">
                    <a:tint val="75000"/>
                  </a:schemeClr>
                </a:solidFill>
              </a:defRPr>
            </a:lvl5pPr>
            <a:lvl6pPr marL="1143000" indent="0">
              <a:buNone/>
              <a:defRPr sz="700">
                <a:solidFill>
                  <a:schemeClr val="tx1">
                    <a:tint val="75000"/>
                  </a:schemeClr>
                </a:solidFill>
              </a:defRPr>
            </a:lvl6pPr>
            <a:lvl7pPr marL="1371600" indent="0">
              <a:buNone/>
              <a:defRPr sz="700">
                <a:solidFill>
                  <a:schemeClr val="tx1">
                    <a:tint val="75000"/>
                  </a:schemeClr>
                </a:solidFill>
              </a:defRPr>
            </a:lvl7pPr>
            <a:lvl8pPr marL="1600200" indent="0">
              <a:buNone/>
              <a:defRPr sz="700">
                <a:solidFill>
                  <a:schemeClr val="tx1">
                    <a:tint val="75000"/>
                  </a:schemeClr>
                </a:solidFill>
              </a:defRPr>
            </a:lvl8pPr>
            <a:lvl9pPr marL="1828800" indent="0">
              <a:buNone/>
              <a:defRPr sz="7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64819203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066800"/>
            <a:ext cx="2019300" cy="3017309"/>
          </a:xfrm>
        </p:spPr>
        <p:txBody>
          <a:bodyPr/>
          <a:lstStyle>
            <a:lvl1pPr>
              <a:defRPr sz="1400"/>
            </a:lvl1pPr>
            <a:lvl2pPr>
              <a:defRPr sz="1200"/>
            </a:lvl2pPr>
            <a:lvl3pPr>
              <a:defRPr sz="1000"/>
            </a:lvl3pPr>
            <a:lvl4pPr>
              <a:defRPr sz="900"/>
            </a:lvl4pPr>
            <a:lvl5pPr>
              <a:defRPr sz="900"/>
            </a:lvl5pPr>
            <a:lvl6pPr>
              <a:defRPr sz="900"/>
            </a:lvl6pPr>
            <a:lvl7pPr>
              <a:defRPr sz="900"/>
            </a:lvl7pPr>
            <a:lvl8pPr>
              <a:defRPr sz="900"/>
            </a:lvl8pPr>
            <a:lvl9pPr>
              <a:defRPr sz="9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2324100" y="1066800"/>
            <a:ext cx="2019300" cy="3017309"/>
          </a:xfrm>
        </p:spPr>
        <p:txBody>
          <a:bodyPr/>
          <a:lstStyle>
            <a:lvl1pPr>
              <a:defRPr sz="1400"/>
            </a:lvl1pPr>
            <a:lvl2pPr>
              <a:defRPr sz="1200"/>
            </a:lvl2pPr>
            <a:lvl3pPr>
              <a:defRPr sz="1000"/>
            </a:lvl3pPr>
            <a:lvl4pPr>
              <a:defRPr sz="900"/>
            </a:lvl4pPr>
            <a:lvl5pPr>
              <a:defRPr sz="900"/>
            </a:lvl5pPr>
            <a:lvl6pPr>
              <a:defRPr sz="900"/>
            </a:lvl6pPr>
            <a:lvl7pPr>
              <a:defRPr sz="900"/>
            </a:lvl7pPr>
            <a:lvl8pPr>
              <a:defRPr sz="900"/>
            </a:lvl8pPr>
            <a:lvl9pPr>
              <a:defRPr sz="9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1571372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228600" y="1023409"/>
            <a:ext cx="2020094" cy="426508"/>
          </a:xfrm>
        </p:spPr>
        <p:txBody>
          <a:bodyPr anchor="b"/>
          <a:lstStyle>
            <a:lvl1pPr marL="0" indent="0">
              <a:buNone/>
              <a:defRPr sz="12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smtClean="0"/>
              <a:t>Click to edit Master text styles</a:t>
            </a:r>
          </a:p>
        </p:txBody>
      </p:sp>
      <p:sp>
        <p:nvSpPr>
          <p:cNvPr id="4" name="Content Placeholder 3"/>
          <p:cNvSpPr>
            <a:spLocks noGrp="1"/>
          </p:cNvSpPr>
          <p:nvPr>
            <p:ph sz="half" idx="2"/>
          </p:nvPr>
        </p:nvSpPr>
        <p:spPr>
          <a:xfrm>
            <a:off x="228600" y="1449917"/>
            <a:ext cx="2020094" cy="2634192"/>
          </a:xfrm>
        </p:spPr>
        <p:txBody>
          <a:bodyPr/>
          <a:lstStyle>
            <a:lvl1pPr>
              <a:defRPr sz="1200"/>
            </a:lvl1pPr>
            <a:lvl2pPr>
              <a:defRPr sz="1000"/>
            </a:lvl2pPr>
            <a:lvl3pPr>
              <a:defRPr sz="900"/>
            </a:lvl3pPr>
            <a:lvl4pPr>
              <a:defRPr sz="800"/>
            </a:lvl4pPr>
            <a:lvl5pPr>
              <a:defRPr sz="800"/>
            </a:lvl5pPr>
            <a:lvl6pPr>
              <a:defRPr sz="800"/>
            </a:lvl6pPr>
            <a:lvl7pPr>
              <a:defRPr sz="800"/>
            </a:lvl7pPr>
            <a:lvl8pPr>
              <a:defRPr sz="800"/>
            </a:lvl8pPr>
            <a:lvl9pPr>
              <a:defRPr sz="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2322513" y="1023409"/>
            <a:ext cx="2020888" cy="426508"/>
          </a:xfrm>
        </p:spPr>
        <p:txBody>
          <a:bodyPr anchor="b"/>
          <a:lstStyle>
            <a:lvl1pPr marL="0" indent="0">
              <a:buNone/>
              <a:defRPr sz="12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smtClean="0"/>
              <a:t>Click to edit Master text styles</a:t>
            </a:r>
          </a:p>
        </p:txBody>
      </p:sp>
      <p:sp>
        <p:nvSpPr>
          <p:cNvPr id="6" name="Content Placeholder 5"/>
          <p:cNvSpPr>
            <a:spLocks noGrp="1"/>
          </p:cNvSpPr>
          <p:nvPr>
            <p:ph sz="quarter" idx="4"/>
          </p:nvPr>
        </p:nvSpPr>
        <p:spPr>
          <a:xfrm>
            <a:off x="2322513" y="1449917"/>
            <a:ext cx="2020888" cy="2634192"/>
          </a:xfrm>
        </p:spPr>
        <p:txBody>
          <a:bodyPr/>
          <a:lstStyle>
            <a:lvl1pPr>
              <a:defRPr sz="1200"/>
            </a:lvl1pPr>
            <a:lvl2pPr>
              <a:defRPr sz="1000"/>
            </a:lvl2pPr>
            <a:lvl3pPr>
              <a:defRPr sz="900"/>
            </a:lvl3pPr>
            <a:lvl4pPr>
              <a:defRPr sz="800"/>
            </a:lvl4pPr>
            <a:lvl5pPr>
              <a:defRPr sz="800"/>
            </a:lvl5pPr>
            <a:lvl6pPr>
              <a:defRPr sz="800"/>
            </a:lvl6pPr>
            <a:lvl7pPr>
              <a:defRPr sz="800"/>
            </a:lvl7pPr>
            <a:lvl8pPr>
              <a:defRPr sz="800"/>
            </a:lvl8pPr>
            <a:lvl9pPr>
              <a:defRPr sz="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83884504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3937447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0492057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8600" y="182033"/>
            <a:ext cx="1504157" cy="774700"/>
          </a:xfrm>
        </p:spPr>
        <p:txBody>
          <a:bodyPr anchor="b"/>
          <a:lstStyle>
            <a:lvl1pPr algn="l">
              <a:defRPr sz="1000" b="1"/>
            </a:lvl1pPr>
          </a:lstStyle>
          <a:p>
            <a:r>
              <a:rPr lang="en-US" smtClean="0"/>
              <a:t>Click to edit Master title style</a:t>
            </a:r>
            <a:endParaRPr lang="en-US"/>
          </a:p>
        </p:txBody>
      </p:sp>
      <p:sp>
        <p:nvSpPr>
          <p:cNvPr id="3" name="Content Placeholder 2"/>
          <p:cNvSpPr>
            <a:spLocks noGrp="1"/>
          </p:cNvSpPr>
          <p:nvPr>
            <p:ph idx="1"/>
          </p:nvPr>
        </p:nvSpPr>
        <p:spPr>
          <a:xfrm>
            <a:off x="1787525" y="182034"/>
            <a:ext cx="2555875" cy="3902075"/>
          </a:xfrm>
        </p:spPr>
        <p:txBody>
          <a:bodyPr/>
          <a:lstStyle>
            <a:lvl1pPr>
              <a:defRPr sz="1600"/>
            </a:lvl1pPr>
            <a:lvl2pPr>
              <a:defRPr sz="1400"/>
            </a:lvl2pPr>
            <a:lvl3pPr>
              <a:defRPr sz="1200"/>
            </a:lvl3pPr>
            <a:lvl4pPr>
              <a:defRPr sz="1000"/>
            </a:lvl4pPr>
            <a:lvl5pPr>
              <a:defRPr sz="1000"/>
            </a:lvl5pPr>
            <a:lvl6pPr>
              <a:defRPr sz="1000"/>
            </a:lvl6pPr>
            <a:lvl7pPr>
              <a:defRPr sz="1000"/>
            </a:lvl7pPr>
            <a:lvl8pPr>
              <a:defRPr sz="1000"/>
            </a:lvl8pPr>
            <a:lvl9pPr>
              <a:defRPr sz="1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228600" y="956734"/>
            <a:ext cx="1504157" cy="3127375"/>
          </a:xfrm>
        </p:spPr>
        <p:txBody>
          <a:bodyPr/>
          <a:lstStyle>
            <a:lvl1pPr marL="0" indent="0">
              <a:buNone/>
              <a:defRPr sz="700"/>
            </a:lvl1pPr>
            <a:lvl2pPr marL="228600" indent="0">
              <a:buNone/>
              <a:defRPr sz="600"/>
            </a:lvl2pPr>
            <a:lvl3pPr marL="457200" indent="0">
              <a:buNone/>
              <a:defRPr sz="500"/>
            </a:lvl3pPr>
            <a:lvl4pPr marL="685800" indent="0">
              <a:buNone/>
              <a:defRPr sz="450"/>
            </a:lvl4pPr>
            <a:lvl5pPr marL="914400" indent="0">
              <a:buNone/>
              <a:defRPr sz="450"/>
            </a:lvl5pPr>
            <a:lvl6pPr marL="1143000" indent="0">
              <a:buNone/>
              <a:defRPr sz="450"/>
            </a:lvl6pPr>
            <a:lvl7pPr marL="1371600" indent="0">
              <a:buNone/>
              <a:defRPr sz="450"/>
            </a:lvl7pPr>
            <a:lvl8pPr marL="1600200" indent="0">
              <a:buNone/>
              <a:defRPr sz="450"/>
            </a:lvl8pPr>
            <a:lvl9pPr marL="1828800" indent="0">
              <a:buNone/>
              <a:defRPr sz="4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0492014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96144" y="3200400"/>
            <a:ext cx="2743200" cy="377825"/>
          </a:xfrm>
        </p:spPr>
        <p:txBody>
          <a:bodyPr anchor="b"/>
          <a:lstStyle>
            <a:lvl1pPr algn="l">
              <a:defRPr sz="1000" b="1"/>
            </a:lvl1pPr>
          </a:lstStyle>
          <a:p>
            <a:r>
              <a:rPr lang="en-US" smtClean="0"/>
              <a:t>Click to edit Master title style</a:t>
            </a:r>
            <a:endParaRPr lang="en-US"/>
          </a:p>
        </p:txBody>
      </p:sp>
      <p:sp>
        <p:nvSpPr>
          <p:cNvPr id="3" name="Picture Placeholder 2"/>
          <p:cNvSpPr>
            <a:spLocks noGrp="1"/>
          </p:cNvSpPr>
          <p:nvPr>
            <p:ph type="pic" idx="1"/>
          </p:nvPr>
        </p:nvSpPr>
        <p:spPr>
          <a:xfrm>
            <a:off x="896144" y="408517"/>
            <a:ext cx="2743200" cy="2743200"/>
          </a:xfrm>
        </p:spPr>
        <p:txBody>
          <a:bodyPr/>
          <a:lstStyle>
            <a:lvl1pPr marL="0" indent="0">
              <a:buNone/>
              <a:defRPr sz="1600"/>
            </a:lvl1pPr>
            <a:lvl2pPr marL="228600" indent="0">
              <a:buNone/>
              <a:defRPr sz="1400"/>
            </a:lvl2pPr>
            <a:lvl3pPr marL="457200" indent="0">
              <a:buNone/>
              <a:defRPr sz="1200"/>
            </a:lvl3pPr>
            <a:lvl4pPr marL="685800" indent="0">
              <a:buNone/>
              <a:defRPr sz="1000"/>
            </a:lvl4pPr>
            <a:lvl5pPr marL="914400" indent="0">
              <a:buNone/>
              <a:defRPr sz="1000"/>
            </a:lvl5pPr>
            <a:lvl6pPr marL="1143000" indent="0">
              <a:buNone/>
              <a:defRPr sz="1000"/>
            </a:lvl6pPr>
            <a:lvl7pPr marL="1371600" indent="0">
              <a:buNone/>
              <a:defRPr sz="1000"/>
            </a:lvl7pPr>
            <a:lvl8pPr marL="1600200" indent="0">
              <a:buNone/>
              <a:defRPr sz="1000"/>
            </a:lvl8pPr>
            <a:lvl9pPr marL="1828800" indent="0">
              <a:buNone/>
              <a:defRPr sz="1000"/>
            </a:lvl9pPr>
          </a:lstStyle>
          <a:p>
            <a:endParaRPr lang="en-US"/>
          </a:p>
        </p:txBody>
      </p:sp>
      <p:sp>
        <p:nvSpPr>
          <p:cNvPr id="4" name="Text Placeholder 3"/>
          <p:cNvSpPr>
            <a:spLocks noGrp="1"/>
          </p:cNvSpPr>
          <p:nvPr>
            <p:ph type="body" sz="half" idx="2"/>
          </p:nvPr>
        </p:nvSpPr>
        <p:spPr>
          <a:xfrm>
            <a:off x="896144" y="3578225"/>
            <a:ext cx="2743200" cy="536575"/>
          </a:xfrm>
        </p:spPr>
        <p:txBody>
          <a:bodyPr/>
          <a:lstStyle>
            <a:lvl1pPr marL="0" indent="0">
              <a:buNone/>
              <a:defRPr sz="700"/>
            </a:lvl1pPr>
            <a:lvl2pPr marL="228600" indent="0">
              <a:buNone/>
              <a:defRPr sz="600"/>
            </a:lvl2pPr>
            <a:lvl3pPr marL="457200" indent="0">
              <a:buNone/>
              <a:defRPr sz="500"/>
            </a:lvl3pPr>
            <a:lvl4pPr marL="685800" indent="0">
              <a:buNone/>
              <a:defRPr sz="450"/>
            </a:lvl4pPr>
            <a:lvl5pPr marL="914400" indent="0">
              <a:buNone/>
              <a:defRPr sz="450"/>
            </a:lvl5pPr>
            <a:lvl6pPr marL="1143000" indent="0">
              <a:buNone/>
              <a:defRPr sz="450"/>
            </a:lvl6pPr>
            <a:lvl7pPr marL="1371600" indent="0">
              <a:buNone/>
              <a:defRPr sz="450"/>
            </a:lvl7pPr>
            <a:lvl8pPr marL="1600200" indent="0">
              <a:buNone/>
              <a:defRPr sz="450"/>
            </a:lvl8pPr>
            <a:lvl9pPr marL="1828800" indent="0">
              <a:buNone/>
              <a:defRPr sz="4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92213497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9657433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314700" y="183092"/>
            <a:ext cx="1028700" cy="390101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228600" y="183092"/>
            <a:ext cx="3009900" cy="39010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0570620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42900" y="1420283"/>
            <a:ext cx="3886200" cy="980017"/>
          </a:xfrm>
        </p:spPr>
        <p:txBody>
          <a:bodyPr/>
          <a:lstStyle/>
          <a:p>
            <a:r>
              <a:rPr lang="en-US" smtClean="0"/>
              <a:t>Click to edit Master title style</a:t>
            </a:r>
            <a:endParaRPr lang="en-US"/>
          </a:p>
        </p:txBody>
      </p:sp>
      <p:sp>
        <p:nvSpPr>
          <p:cNvPr id="3" name="Subtitle 2"/>
          <p:cNvSpPr>
            <a:spLocks noGrp="1"/>
          </p:cNvSpPr>
          <p:nvPr>
            <p:ph type="subTitle" idx="1"/>
          </p:nvPr>
        </p:nvSpPr>
        <p:spPr>
          <a:xfrm>
            <a:off x="685800" y="2590800"/>
            <a:ext cx="3200400" cy="1168400"/>
          </a:xfrm>
        </p:spPr>
        <p:txBody>
          <a:bodyPr/>
          <a:lstStyle>
            <a:lvl1pPr marL="0" indent="0" algn="ctr">
              <a:buNone/>
              <a:defRPr>
                <a:solidFill>
                  <a:schemeClr val="tx1">
                    <a:tint val="75000"/>
                  </a:schemeClr>
                </a:solidFill>
              </a:defRPr>
            </a:lvl1pPr>
            <a:lvl2pPr marL="228600" indent="0" algn="ctr">
              <a:buNone/>
              <a:defRPr>
                <a:solidFill>
                  <a:schemeClr val="tx1">
                    <a:tint val="75000"/>
                  </a:schemeClr>
                </a:solidFill>
              </a:defRPr>
            </a:lvl2pPr>
            <a:lvl3pPr marL="457200" indent="0" algn="ctr">
              <a:buNone/>
              <a:defRPr>
                <a:solidFill>
                  <a:schemeClr val="tx1">
                    <a:tint val="75000"/>
                  </a:schemeClr>
                </a:solidFill>
              </a:defRPr>
            </a:lvl3pPr>
            <a:lvl4pPr marL="685800" indent="0" algn="ctr">
              <a:buNone/>
              <a:defRPr>
                <a:solidFill>
                  <a:schemeClr val="tx1">
                    <a:tint val="75000"/>
                  </a:schemeClr>
                </a:solidFill>
              </a:defRPr>
            </a:lvl4pPr>
            <a:lvl5pPr marL="914400" indent="0" algn="ctr">
              <a:buNone/>
              <a:defRPr>
                <a:solidFill>
                  <a:schemeClr val="tx1">
                    <a:tint val="75000"/>
                  </a:schemeClr>
                </a:solidFill>
              </a:defRPr>
            </a:lvl5pPr>
            <a:lvl6pPr marL="1143000" indent="0" algn="ctr">
              <a:buNone/>
              <a:defRPr>
                <a:solidFill>
                  <a:schemeClr val="tx1">
                    <a:tint val="75000"/>
                  </a:schemeClr>
                </a:solidFill>
              </a:defRPr>
            </a:lvl6pPr>
            <a:lvl7pPr marL="1371600" indent="0" algn="ctr">
              <a:buNone/>
              <a:defRPr>
                <a:solidFill>
                  <a:schemeClr val="tx1">
                    <a:tint val="75000"/>
                  </a:schemeClr>
                </a:solidFill>
              </a:defRPr>
            </a:lvl7pPr>
            <a:lvl8pPr marL="1600200" indent="0" algn="ctr">
              <a:buNone/>
              <a:defRPr>
                <a:solidFill>
                  <a:schemeClr val="tx1">
                    <a:tint val="75000"/>
                  </a:schemeClr>
                </a:solidFill>
              </a:defRPr>
            </a:lvl8pPr>
            <a:lvl9pPr marL="18288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8013559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48132030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61157" y="2937934"/>
            <a:ext cx="3886200" cy="908050"/>
          </a:xfrm>
        </p:spPr>
        <p:txBody>
          <a:bodyPr anchor="t"/>
          <a:lstStyle>
            <a:lvl1pPr algn="l">
              <a:defRPr sz="2000" b="1" cap="all"/>
            </a:lvl1pPr>
          </a:lstStyle>
          <a:p>
            <a:r>
              <a:rPr lang="en-US" smtClean="0"/>
              <a:t>Click to edit Master title style</a:t>
            </a:r>
            <a:endParaRPr lang="en-US"/>
          </a:p>
        </p:txBody>
      </p:sp>
      <p:sp>
        <p:nvSpPr>
          <p:cNvPr id="3" name="Text Placeholder 2"/>
          <p:cNvSpPr>
            <a:spLocks noGrp="1"/>
          </p:cNvSpPr>
          <p:nvPr>
            <p:ph type="body" idx="1"/>
          </p:nvPr>
        </p:nvSpPr>
        <p:spPr>
          <a:xfrm>
            <a:off x="361157" y="1937809"/>
            <a:ext cx="3886200" cy="1000125"/>
          </a:xfrm>
        </p:spPr>
        <p:txBody>
          <a:bodyPr anchor="b"/>
          <a:lstStyle>
            <a:lvl1pPr marL="0" indent="0">
              <a:buNone/>
              <a:defRPr sz="1000">
                <a:solidFill>
                  <a:schemeClr val="tx1">
                    <a:tint val="75000"/>
                  </a:schemeClr>
                </a:solidFill>
              </a:defRPr>
            </a:lvl1pPr>
            <a:lvl2pPr marL="228600" indent="0">
              <a:buNone/>
              <a:defRPr sz="900">
                <a:solidFill>
                  <a:schemeClr val="tx1">
                    <a:tint val="75000"/>
                  </a:schemeClr>
                </a:solidFill>
              </a:defRPr>
            </a:lvl2pPr>
            <a:lvl3pPr marL="457200" indent="0">
              <a:buNone/>
              <a:defRPr sz="800">
                <a:solidFill>
                  <a:schemeClr val="tx1">
                    <a:tint val="75000"/>
                  </a:schemeClr>
                </a:solidFill>
              </a:defRPr>
            </a:lvl3pPr>
            <a:lvl4pPr marL="685800" indent="0">
              <a:buNone/>
              <a:defRPr sz="700">
                <a:solidFill>
                  <a:schemeClr val="tx1">
                    <a:tint val="75000"/>
                  </a:schemeClr>
                </a:solidFill>
              </a:defRPr>
            </a:lvl4pPr>
            <a:lvl5pPr marL="914400" indent="0">
              <a:buNone/>
              <a:defRPr sz="700">
                <a:solidFill>
                  <a:schemeClr val="tx1">
                    <a:tint val="75000"/>
                  </a:schemeClr>
                </a:solidFill>
              </a:defRPr>
            </a:lvl5pPr>
            <a:lvl6pPr marL="1143000" indent="0">
              <a:buNone/>
              <a:defRPr sz="700">
                <a:solidFill>
                  <a:schemeClr val="tx1">
                    <a:tint val="75000"/>
                  </a:schemeClr>
                </a:solidFill>
              </a:defRPr>
            </a:lvl6pPr>
            <a:lvl7pPr marL="1371600" indent="0">
              <a:buNone/>
              <a:defRPr sz="700">
                <a:solidFill>
                  <a:schemeClr val="tx1">
                    <a:tint val="75000"/>
                  </a:schemeClr>
                </a:solidFill>
              </a:defRPr>
            </a:lvl7pPr>
            <a:lvl8pPr marL="1600200" indent="0">
              <a:buNone/>
              <a:defRPr sz="700">
                <a:solidFill>
                  <a:schemeClr val="tx1">
                    <a:tint val="75000"/>
                  </a:schemeClr>
                </a:solidFill>
              </a:defRPr>
            </a:lvl8pPr>
            <a:lvl9pPr marL="1828800" indent="0">
              <a:buNone/>
              <a:defRPr sz="7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7711044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066800"/>
            <a:ext cx="2019300" cy="3017309"/>
          </a:xfrm>
        </p:spPr>
        <p:txBody>
          <a:bodyPr/>
          <a:lstStyle>
            <a:lvl1pPr>
              <a:defRPr sz="1400"/>
            </a:lvl1pPr>
            <a:lvl2pPr>
              <a:defRPr sz="1200"/>
            </a:lvl2pPr>
            <a:lvl3pPr>
              <a:defRPr sz="1000"/>
            </a:lvl3pPr>
            <a:lvl4pPr>
              <a:defRPr sz="900"/>
            </a:lvl4pPr>
            <a:lvl5pPr>
              <a:defRPr sz="900"/>
            </a:lvl5pPr>
            <a:lvl6pPr>
              <a:defRPr sz="900"/>
            </a:lvl6pPr>
            <a:lvl7pPr>
              <a:defRPr sz="900"/>
            </a:lvl7pPr>
            <a:lvl8pPr>
              <a:defRPr sz="900"/>
            </a:lvl8pPr>
            <a:lvl9pPr>
              <a:defRPr sz="9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2324100" y="1066800"/>
            <a:ext cx="2019300" cy="3017309"/>
          </a:xfrm>
        </p:spPr>
        <p:txBody>
          <a:bodyPr/>
          <a:lstStyle>
            <a:lvl1pPr>
              <a:defRPr sz="1400"/>
            </a:lvl1pPr>
            <a:lvl2pPr>
              <a:defRPr sz="1200"/>
            </a:lvl2pPr>
            <a:lvl3pPr>
              <a:defRPr sz="1000"/>
            </a:lvl3pPr>
            <a:lvl4pPr>
              <a:defRPr sz="900"/>
            </a:lvl4pPr>
            <a:lvl5pPr>
              <a:defRPr sz="900"/>
            </a:lvl5pPr>
            <a:lvl6pPr>
              <a:defRPr sz="900"/>
            </a:lvl6pPr>
            <a:lvl7pPr>
              <a:defRPr sz="900"/>
            </a:lvl7pPr>
            <a:lvl8pPr>
              <a:defRPr sz="900"/>
            </a:lvl8pPr>
            <a:lvl9pPr>
              <a:defRPr sz="9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5396856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228600" y="1023409"/>
            <a:ext cx="2020094" cy="426508"/>
          </a:xfrm>
        </p:spPr>
        <p:txBody>
          <a:bodyPr anchor="b"/>
          <a:lstStyle>
            <a:lvl1pPr marL="0" indent="0">
              <a:buNone/>
              <a:defRPr sz="12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smtClean="0"/>
              <a:t>Click to edit Master text styles</a:t>
            </a:r>
          </a:p>
        </p:txBody>
      </p:sp>
      <p:sp>
        <p:nvSpPr>
          <p:cNvPr id="4" name="Content Placeholder 3"/>
          <p:cNvSpPr>
            <a:spLocks noGrp="1"/>
          </p:cNvSpPr>
          <p:nvPr>
            <p:ph sz="half" idx="2"/>
          </p:nvPr>
        </p:nvSpPr>
        <p:spPr>
          <a:xfrm>
            <a:off x="228600" y="1449917"/>
            <a:ext cx="2020094" cy="2634192"/>
          </a:xfrm>
        </p:spPr>
        <p:txBody>
          <a:bodyPr/>
          <a:lstStyle>
            <a:lvl1pPr>
              <a:defRPr sz="1200"/>
            </a:lvl1pPr>
            <a:lvl2pPr>
              <a:defRPr sz="1000"/>
            </a:lvl2pPr>
            <a:lvl3pPr>
              <a:defRPr sz="900"/>
            </a:lvl3pPr>
            <a:lvl4pPr>
              <a:defRPr sz="800"/>
            </a:lvl4pPr>
            <a:lvl5pPr>
              <a:defRPr sz="800"/>
            </a:lvl5pPr>
            <a:lvl6pPr>
              <a:defRPr sz="800"/>
            </a:lvl6pPr>
            <a:lvl7pPr>
              <a:defRPr sz="800"/>
            </a:lvl7pPr>
            <a:lvl8pPr>
              <a:defRPr sz="800"/>
            </a:lvl8pPr>
            <a:lvl9pPr>
              <a:defRPr sz="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2322513" y="1023409"/>
            <a:ext cx="2020888" cy="426508"/>
          </a:xfrm>
        </p:spPr>
        <p:txBody>
          <a:bodyPr anchor="b"/>
          <a:lstStyle>
            <a:lvl1pPr marL="0" indent="0">
              <a:buNone/>
              <a:defRPr sz="12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smtClean="0"/>
              <a:t>Click to edit Master text styles</a:t>
            </a:r>
          </a:p>
        </p:txBody>
      </p:sp>
      <p:sp>
        <p:nvSpPr>
          <p:cNvPr id="6" name="Content Placeholder 5"/>
          <p:cNvSpPr>
            <a:spLocks noGrp="1"/>
          </p:cNvSpPr>
          <p:nvPr>
            <p:ph sz="quarter" idx="4"/>
          </p:nvPr>
        </p:nvSpPr>
        <p:spPr>
          <a:xfrm>
            <a:off x="2322513" y="1449917"/>
            <a:ext cx="2020888" cy="2634192"/>
          </a:xfrm>
        </p:spPr>
        <p:txBody>
          <a:bodyPr/>
          <a:lstStyle>
            <a:lvl1pPr>
              <a:defRPr sz="1200"/>
            </a:lvl1pPr>
            <a:lvl2pPr>
              <a:defRPr sz="1000"/>
            </a:lvl2pPr>
            <a:lvl3pPr>
              <a:defRPr sz="900"/>
            </a:lvl3pPr>
            <a:lvl4pPr>
              <a:defRPr sz="800"/>
            </a:lvl4pPr>
            <a:lvl5pPr>
              <a:defRPr sz="800"/>
            </a:lvl5pPr>
            <a:lvl6pPr>
              <a:defRPr sz="800"/>
            </a:lvl6pPr>
            <a:lvl7pPr>
              <a:defRPr sz="800"/>
            </a:lvl7pPr>
            <a:lvl8pPr>
              <a:defRPr sz="800"/>
            </a:lvl8pPr>
            <a:lvl9pPr>
              <a:defRPr sz="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3090136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3541014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2308657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8600" y="182033"/>
            <a:ext cx="1504157" cy="774700"/>
          </a:xfrm>
        </p:spPr>
        <p:txBody>
          <a:bodyPr anchor="b"/>
          <a:lstStyle>
            <a:lvl1pPr algn="l">
              <a:defRPr sz="1000" b="1"/>
            </a:lvl1pPr>
          </a:lstStyle>
          <a:p>
            <a:r>
              <a:rPr lang="en-US" smtClean="0"/>
              <a:t>Click to edit Master title style</a:t>
            </a:r>
            <a:endParaRPr lang="en-US"/>
          </a:p>
        </p:txBody>
      </p:sp>
      <p:sp>
        <p:nvSpPr>
          <p:cNvPr id="3" name="Content Placeholder 2"/>
          <p:cNvSpPr>
            <a:spLocks noGrp="1"/>
          </p:cNvSpPr>
          <p:nvPr>
            <p:ph idx="1"/>
          </p:nvPr>
        </p:nvSpPr>
        <p:spPr>
          <a:xfrm>
            <a:off x="1787525" y="182034"/>
            <a:ext cx="2555875" cy="3902075"/>
          </a:xfrm>
        </p:spPr>
        <p:txBody>
          <a:bodyPr/>
          <a:lstStyle>
            <a:lvl1pPr>
              <a:defRPr sz="1600"/>
            </a:lvl1pPr>
            <a:lvl2pPr>
              <a:defRPr sz="1400"/>
            </a:lvl2pPr>
            <a:lvl3pPr>
              <a:defRPr sz="1200"/>
            </a:lvl3pPr>
            <a:lvl4pPr>
              <a:defRPr sz="1000"/>
            </a:lvl4pPr>
            <a:lvl5pPr>
              <a:defRPr sz="1000"/>
            </a:lvl5pPr>
            <a:lvl6pPr>
              <a:defRPr sz="1000"/>
            </a:lvl6pPr>
            <a:lvl7pPr>
              <a:defRPr sz="1000"/>
            </a:lvl7pPr>
            <a:lvl8pPr>
              <a:defRPr sz="1000"/>
            </a:lvl8pPr>
            <a:lvl9pPr>
              <a:defRPr sz="1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228600" y="956734"/>
            <a:ext cx="1504157" cy="3127375"/>
          </a:xfrm>
        </p:spPr>
        <p:txBody>
          <a:bodyPr/>
          <a:lstStyle>
            <a:lvl1pPr marL="0" indent="0">
              <a:buNone/>
              <a:defRPr sz="700"/>
            </a:lvl1pPr>
            <a:lvl2pPr marL="228600" indent="0">
              <a:buNone/>
              <a:defRPr sz="600"/>
            </a:lvl2pPr>
            <a:lvl3pPr marL="457200" indent="0">
              <a:buNone/>
              <a:defRPr sz="500"/>
            </a:lvl3pPr>
            <a:lvl4pPr marL="685800" indent="0">
              <a:buNone/>
              <a:defRPr sz="450"/>
            </a:lvl4pPr>
            <a:lvl5pPr marL="914400" indent="0">
              <a:buNone/>
              <a:defRPr sz="450"/>
            </a:lvl5pPr>
            <a:lvl6pPr marL="1143000" indent="0">
              <a:buNone/>
              <a:defRPr sz="450"/>
            </a:lvl6pPr>
            <a:lvl7pPr marL="1371600" indent="0">
              <a:buNone/>
              <a:defRPr sz="450"/>
            </a:lvl7pPr>
            <a:lvl8pPr marL="1600200" indent="0">
              <a:buNone/>
              <a:defRPr sz="450"/>
            </a:lvl8pPr>
            <a:lvl9pPr marL="1828800" indent="0">
              <a:buNone/>
              <a:defRPr sz="4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64549224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96144" y="3200400"/>
            <a:ext cx="2743200" cy="377825"/>
          </a:xfrm>
        </p:spPr>
        <p:txBody>
          <a:bodyPr anchor="b"/>
          <a:lstStyle>
            <a:lvl1pPr algn="l">
              <a:defRPr sz="1000" b="1"/>
            </a:lvl1pPr>
          </a:lstStyle>
          <a:p>
            <a:r>
              <a:rPr lang="en-US" smtClean="0"/>
              <a:t>Click to edit Master title style</a:t>
            </a:r>
            <a:endParaRPr lang="en-US"/>
          </a:p>
        </p:txBody>
      </p:sp>
      <p:sp>
        <p:nvSpPr>
          <p:cNvPr id="3" name="Picture Placeholder 2"/>
          <p:cNvSpPr>
            <a:spLocks noGrp="1"/>
          </p:cNvSpPr>
          <p:nvPr>
            <p:ph type="pic" idx="1"/>
          </p:nvPr>
        </p:nvSpPr>
        <p:spPr>
          <a:xfrm>
            <a:off x="896144" y="408517"/>
            <a:ext cx="2743200" cy="2743200"/>
          </a:xfrm>
        </p:spPr>
        <p:txBody>
          <a:bodyPr/>
          <a:lstStyle>
            <a:lvl1pPr marL="0" indent="0">
              <a:buNone/>
              <a:defRPr sz="1600"/>
            </a:lvl1pPr>
            <a:lvl2pPr marL="228600" indent="0">
              <a:buNone/>
              <a:defRPr sz="1400"/>
            </a:lvl2pPr>
            <a:lvl3pPr marL="457200" indent="0">
              <a:buNone/>
              <a:defRPr sz="1200"/>
            </a:lvl3pPr>
            <a:lvl4pPr marL="685800" indent="0">
              <a:buNone/>
              <a:defRPr sz="1000"/>
            </a:lvl4pPr>
            <a:lvl5pPr marL="914400" indent="0">
              <a:buNone/>
              <a:defRPr sz="1000"/>
            </a:lvl5pPr>
            <a:lvl6pPr marL="1143000" indent="0">
              <a:buNone/>
              <a:defRPr sz="1000"/>
            </a:lvl6pPr>
            <a:lvl7pPr marL="1371600" indent="0">
              <a:buNone/>
              <a:defRPr sz="1000"/>
            </a:lvl7pPr>
            <a:lvl8pPr marL="1600200" indent="0">
              <a:buNone/>
              <a:defRPr sz="1000"/>
            </a:lvl8pPr>
            <a:lvl9pPr marL="1828800" indent="0">
              <a:buNone/>
              <a:defRPr sz="1000"/>
            </a:lvl9pPr>
          </a:lstStyle>
          <a:p>
            <a:endParaRPr lang="en-US"/>
          </a:p>
        </p:txBody>
      </p:sp>
      <p:sp>
        <p:nvSpPr>
          <p:cNvPr id="4" name="Text Placeholder 3"/>
          <p:cNvSpPr>
            <a:spLocks noGrp="1"/>
          </p:cNvSpPr>
          <p:nvPr>
            <p:ph type="body" sz="half" idx="2"/>
          </p:nvPr>
        </p:nvSpPr>
        <p:spPr>
          <a:xfrm>
            <a:off x="896144" y="3578225"/>
            <a:ext cx="2743200" cy="536575"/>
          </a:xfrm>
        </p:spPr>
        <p:txBody>
          <a:bodyPr/>
          <a:lstStyle>
            <a:lvl1pPr marL="0" indent="0">
              <a:buNone/>
              <a:defRPr sz="700"/>
            </a:lvl1pPr>
            <a:lvl2pPr marL="228600" indent="0">
              <a:buNone/>
              <a:defRPr sz="600"/>
            </a:lvl2pPr>
            <a:lvl3pPr marL="457200" indent="0">
              <a:buNone/>
              <a:defRPr sz="500"/>
            </a:lvl3pPr>
            <a:lvl4pPr marL="685800" indent="0">
              <a:buNone/>
              <a:defRPr sz="450"/>
            </a:lvl4pPr>
            <a:lvl5pPr marL="914400" indent="0">
              <a:buNone/>
              <a:defRPr sz="450"/>
            </a:lvl5pPr>
            <a:lvl6pPr marL="1143000" indent="0">
              <a:buNone/>
              <a:defRPr sz="450"/>
            </a:lvl6pPr>
            <a:lvl7pPr marL="1371600" indent="0">
              <a:buNone/>
              <a:defRPr sz="450"/>
            </a:lvl7pPr>
            <a:lvl8pPr marL="1600200" indent="0">
              <a:buNone/>
              <a:defRPr sz="450"/>
            </a:lvl8pPr>
            <a:lvl9pPr marL="1828800" indent="0">
              <a:buNone/>
              <a:defRPr sz="4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113453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359583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314700" y="183092"/>
            <a:ext cx="1028700" cy="390101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228600" y="183092"/>
            <a:ext cx="3009900" cy="39010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2842135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42900" y="1420283"/>
            <a:ext cx="3886200" cy="980017"/>
          </a:xfrm>
        </p:spPr>
        <p:txBody>
          <a:bodyPr/>
          <a:lstStyle/>
          <a:p>
            <a:r>
              <a:rPr lang="en-US" smtClean="0"/>
              <a:t>Click to edit Master title style</a:t>
            </a:r>
            <a:endParaRPr lang="en-US"/>
          </a:p>
        </p:txBody>
      </p:sp>
      <p:sp>
        <p:nvSpPr>
          <p:cNvPr id="3" name="Subtitle 2"/>
          <p:cNvSpPr>
            <a:spLocks noGrp="1"/>
          </p:cNvSpPr>
          <p:nvPr>
            <p:ph type="subTitle" idx="1"/>
          </p:nvPr>
        </p:nvSpPr>
        <p:spPr>
          <a:xfrm>
            <a:off x="685800" y="2590800"/>
            <a:ext cx="3200400" cy="1168400"/>
          </a:xfrm>
        </p:spPr>
        <p:txBody>
          <a:bodyPr/>
          <a:lstStyle>
            <a:lvl1pPr marL="0" indent="0" algn="ctr">
              <a:buNone/>
              <a:defRPr>
                <a:solidFill>
                  <a:schemeClr val="tx1">
                    <a:tint val="75000"/>
                  </a:schemeClr>
                </a:solidFill>
              </a:defRPr>
            </a:lvl1pPr>
            <a:lvl2pPr marL="228600" indent="0" algn="ctr">
              <a:buNone/>
              <a:defRPr>
                <a:solidFill>
                  <a:schemeClr val="tx1">
                    <a:tint val="75000"/>
                  </a:schemeClr>
                </a:solidFill>
              </a:defRPr>
            </a:lvl2pPr>
            <a:lvl3pPr marL="457200" indent="0" algn="ctr">
              <a:buNone/>
              <a:defRPr>
                <a:solidFill>
                  <a:schemeClr val="tx1">
                    <a:tint val="75000"/>
                  </a:schemeClr>
                </a:solidFill>
              </a:defRPr>
            </a:lvl3pPr>
            <a:lvl4pPr marL="685800" indent="0" algn="ctr">
              <a:buNone/>
              <a:defRPr>
                <a:solidFill>
                  <a:schemeClr val="tx1">
                    <a:tint val="75000"/>
                  </a:schemeClr>
                </a:solidFill>
              </a:defRPr>
            </a:lvl4pPr>
            <a:lvl5pPr marL="914400" indent="0" algn="ctr">
              <a:buNone/>
              <a:defRPr>
                <a:solidFill>
                  <a:schemeClr val="tx1">
                    <a:tint val="75000"/>
                  </a:schemeClr>
                </a:solidFill>
              </a:defRPr>
            </a:lvl5pPr>
            <a:lvl6pPr marL="1143000" indent="0" algn="ctr">
              <a:buNone/>
              <a:defRPr>
                <a:solidFill>
                  <a:schemeClr val="tx1">
                    <a:tint val="75000"/>
                  </a:schemeClr>
                </a:solidFill>
              </a:defRPr>
            </a:lvl6pPr>
            <a:lvl7pPr marL="1371600" indent="0" algn="ctr">
              <a:buNone/>
              <a:defRPr>
                <a:solidFill>
                  <a:schemeClr val="tx1">
                    <a:tint val="75000"/>
                  </a:schemeClr>
                </a:solidFill>
              </a:defRPr>
            </a:lvl7pPr>
            <a:lvl8pPr marL="1600200" indent="0" algn="ctr">
              <a:buNone/>
              <a:defRPr>
                <a:solidFill>
                  <a:schemeClr val="tx1">
                    <a:tint val="75000"/>
                  </a:schemeClr>
                </a:solidFill>
              </a:defRPr>
            </a:lvl8pPr>
            <a:lvl9pPr marL="18288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6801207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3814222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61157" y="2937934"/>
            <a:ext cx="3886200" cy="908050"/>
          </a:xfrm>
        </p:spPr>
        <p:txBody>
          <a:bodyPr anchor="t"/>
          <a:lstStyle>
            <a:lvl1pPr algn="l">
              <a:defRPr sz="2000" b="1" cap="all"/>
            </a:lvl1pPr>
          </a:lstStyle>
          <a:p>
            <a:r>
              <a:rPr lang="en-US" smtClean="0"/>
              <a:t>Click to edit Master title style</a:t>
            </a:r>
            <a:endParaRPr lang="en-US"/>
          </a:p>
        </p:txBody>
      </p:sp>
      <p:sp>
        <p:nvSpPr>
          <p:cNvPr id="3" name="Text Placeholder 2"/>
          <p:cNvSpPr>
            <a:spLocks noGrp="1"/>
          </p:cNvSpPr>
          <p:nvPr>
            <p:ph type="body" idx="1"/>
          </p:nvPr>
        </p:nvSpPr>
        <p:spPr>
          <a:xfrm>
            <a:off x="361157" y="1937809"/>
            <a:ext cx="3886200" cy="1000125"/>
          </a:xfrm>
        </p:spPr>
        <p:txBody>
          <a:bodyPr anchor="b"/>
          <a:lstStyle>
            <a:lvl1pPr marL="0" indent="0">
              <a:buNone/>
              <a:defRPr sz="1000">
                <a:solidFill>
                  <a:schemeClr val="tx1">
                    <a:tint val="75000"/>
                  </a:schemeClr>
                </a:solidFill>
              </a:defRPr>
            </a:lvl1pPr>
            <a:lvl2pPr marL="228600" indent="0">
              <a:buNone/>
              <a:defRPr sz="900">
                <a:solidFill>
                  <a:schemeClr val="tx1">
                    <a:tint val="75000"/>
                  </a:schemeClr>
                </a:solidFill>
              </a:defRPr>
            </a:lvl2pPr>
            <a:lvl3pPr marL="457200" indent="0">
              <a:buNone/>
              <a:defRPr sz="800">
                <a:solidFill>
                  <a:schemeClr val="tx1">
                    <a:tint val="75000"/>
                  </a:schemeClr>
                </a:solidFill>
              </a:defRPr>
            </a:lvl3pPr>
            <a:lvl4pPr marL="685800" indent="0">
              <a:buNone/>
              <a:defRPr sz="700">
                <a:solidFill>
                  <a:schemeClr val="tx1">
                    <a:tint val="75000"/>
                  </a:schemeClr>
                </a:solidFill>
              </a:defRPr>
            </a:lvl4pPr>
            <a:lvl5pPr marL="914400" indent="0">
              <a:buNone/>
              <a:defRPr sz="700">
                <a:solidFill>
                  <a:schemeClr val="tx1">
                    <a:tint val="75000"/>
                  </a:schemeClr>
                </a:solidFill>
              </a:defRPr>
            </a:lvl5pPr>
            <a:lvl6pPr marL="1143000" indent="0">
              <a:buNone/>
              <a:defRPr sz="700">
                <a:solidFill>
                  <a:schemeClr val="tx1">
                    <a:tint val="75000"/>
                  </a:schemeClr>
                </a:solidFill>
              </a:defRPr>
            </a:lvl6pPr>
            <a:lvl7pPr marL="1371600" indent="0">
              <a:buNone/>
              <a:defRPr sz="700">
                <a:solidFill>
                  <a:schemeClr val="tx1">
                    <a:tint val="75000"/>
                  </a:schemeClr>
                </a:solidFill>
              </a:defRPr>
            </a:lvl7pPr>
            <a:lvl8pPr marL="1600200" indent="0">
              <a:buNone/>
              <a:defRPr sz="700">
                <a:solidFill>
                  <a:schemeClr val="tx1">
                    <a:tint val="75000"/>
                  </a:schemeClr>
                </a:solidFill>
              </a:defRPr>
            </a:lvl8pPr>
            <a:lvl9pPr marL="1828800" indent="0">
              <a:buNone/>
              <a:defRPr sz="7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6181006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066800"/>
            <a:ext cx="2019300" cy="3017309"/>
          </a:xfrm>
        </p:spPr>
        <p:txBody>
          <a:bodyPr/>
          <a:lstStyle>
            <a:lvl1pPr>
              <a:defRPr sz="1400"/>
            </a:lvl1pPr>
            <a:lvl2pPr>
              <a:defRPr sz="1200"/>
            </a:lvl2pPr>
            <a:lvl3pPr>
              <a:defRPr sz="1000"/>
            </a:lvl3pPr>
            <a:lvl4pPr>
              <a:defRPr sz="900"/>
            </a:lvl4pPr>
            <a:lvl5pPr>
              <a:defRPr sz="900"/>
            </a:lvl5pPr>
            <a:lvl6pPr>
              <a:defRPr sz="900"/>
            </a:lvl6pPr>
            <a:lvl7pPr>
              <a:defRPr sz="900"/>
            </a:lvl7pPr>
            <a:lvl8pPr>
              <a:defRPr sz="900"/>
            </a:lvl8pPr>
            <a:lvl9pPr>
              <a:defRPr sz="9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2324100" y="1066800"/>
            <a:ext cx="2019300" cy="3017309"/>
          </a:xfrm>
        </p:spPr>
        <p:txBody>
          <a:bodyPr/>
          <a:lstStyle>
            <a:lvl1pPr>
              <a:defRPr sz="1400"/>
            </a:lvl1pPr>
            <a:lvl2pPr>
              <a:defRPr sz="1200"/>
            </a:lvl2pPr>
            <a:lvl3pPr>
              <a:defRPr sz="1000"/>
            </a:lvl3pPr>
            <a:lvl4pPr>
              <a:defRPr sz="900"/>
            </a:lvl4pPr>
            <a:lvl5pPr>
              <a:defRPr sz="900"/>
            </a:lvl5pPr>
            <a:lvl6pPr>
              <a:defRPr sz="900"/>
            </a:lvl6pPr>
            <a:lvl7pPr>
              <a:defRPr sz="900"/>
            </a:lvl7pPr>
            <a:lvl8pPr>
              <a:defRPr sz="900"/>
            </a:lvl8pPr>
            <a:lvl9pPr>
              <a:defRPr sz="9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6401832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228600" y="1023409"/>
            <a:ext cx="2020094" cy="426508"/>
          </a:xfrm>
        </p:spPr>
        <p:txBody>
          <a:bodyPr anchor="b"/>
          <a:lstStyle>
            <a:lvl1pPr marL="0" indent="0">
              <a:buNone/>
              <a:defRPr sz="12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smtClean="0"/>
              <a:t>Click to edit Master text styles</a:t>
            </a:r>
          </a:p>
        </p:txBody>
      </p:sp>
      <p:sp>
        <p:nvSpPr>
          <p:cNvPr id="4" name="Content Placeholder 3"/>
          <p:cNvSpPr>
            <a:spLocks noGrp="1"/>
          </p:cNvSpPr>
          <p:nvPr>
            <p:ph sz="half" idx="2"/>
          </p:nvPr>
        </p:nvSpPr>
        <p:spPr>
          <a:xfrm>
            <a:off x="228600" y="1449917"/>
            <a:ext cx="2020094" cy="2634192"/>
          </a:xfrm>
        </p:spPr>
        <p:txBody>
          <a:bodyPr/>
          <a:lstStyle>
            <a:lvl1pPr>
              <a:defRPr sz="1200"/>
            </a:lvl1pPr>
            <a:lvl2pPr>
              <a:defRPr sz="1000"/>
            </a:lvl2pPr>
            <a:lvl3pPr>
              <a:defRPr sz="900"/>
            </a:lvl3pPr>
            <a:lvl4pPr>
              <a:defRPr sz="800"/>
            </a:lvl4pPr>
            <a:lvl5pPr>
              <a:defRPr sz="800"/>
            </a:lvl5pPr>
            <a:lvl6pPr>
              <a:defRPr sz="800"/>
            </a:lvl6pPr>
            <a:lvl7pPr>
              <a:defRPr sz="800"/>
            </a:lvl7pPr>
            <a:lvl8pPr>
              <a:defRPr sz="800"/>
            </a:lvl8pPr>
            <a:lvl9pPr>
              <a:defRPr sz="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2322513" y="1023409"/>
            <a:ext cx="2020888" cy="426508"/>
          </a:xfrm>
        </p:spPr>
        <p:txBody>
          <a:bodyPr anchor="b"/>
          <a:lstStyle>
            <a:lvl1pPr marL="0" indent="0">
              <a:buNone/>
              <a:defRPr sz="12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smtClean="0"/>
              <a:t>Click to edit Master text styles</a:t>
            </a:r>
          </a:p>
        </p:txBody>
      </p:sp>
      <p:sp>
        <p:nvSpPr>
          <p:cNvPr id="6" name="Content Placeholder 5"/>
          <p:cNvSpPr>
            <a:spLocks noGrp="1"/>
          </p:cNvSpPr>
          <p:nvPr>
            <p:ph sz="quarter" idx="4"/>
          </p:nvPr>
        </p:nvSpPr>
        <p:spPr>
          <a:xfrm>
            <a:off x="2322513" y="1449917"/>
            <a:ext cx="2020888" cy="2634192"/>
          </a:xfrm>
        </p:spPr>
        <p:txBody>
          <a:bodyPr/>
          <a:lstStyle>
            <a:lvl1pPr>
              <a:defRPr sz="1200"/>
            </a:lvl1pPr>
            <a:lvl2pPr>
              <a:defRPr sz="1000"/>
            </a:lvl2pPr>
            <a:lvl3pPr>
              <a:defRPr sz="900"/>
            </a:lvl3pPr>
            <a:lvl4pPr>
              <a:defRPr sz="800"/>
            </a:lvl4pPr>
            <a:lvl5pPr>
              <a:defRPr sz="800"/>
            </a:lvl5pPr>
            <a:lvl6pPr>
              <a:defRPr sz="800"/>
            </a:lvl6pPr>
            <a:lvl7pPr>
              <a:defRPr sz="800"/>
            </a:lvl7pPr>
            <a:lvl8pPr>
              <a:defRPr sz="800"/>
            </a:lvl8pPr>
            <a:lvl9pPr>
              <a:defRPr sz="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99244859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8288224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1475395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8600" y="182033"/>
            <a:ext cx="1504157" cy="774700"/>
          </a:xfrm>
        </p:spPr>
        <p:txBody>
          <a:bodyPr anchor="b"/>
          <a:lstStyle>
            <a:lvl1pPr algn="l">
              <a:defRPr sz="1000" b="1"/>
            </a:lvl1pPr>
          </a:lstStyle>
          <a:p>
            <a:r>
              <a:rPr lang="en-US" smtClean="0"/>
              <a:t>Click to edit Master title style</a:t>
            </a:r>
            <a:endParaRPr lang="en-US"/>
          </a:p>
        </p:txBody>
      </p:sp>
      <p:sp>
        <p:nvSpPr>
          <p:cNvPr id="3" name="Content Placeholder 2"/>
          <p:cNvSpPr>
            <a:spLocks noGrp="1"/>
          </p:cNvSpPr>
          <p:nvPr>
            <p:ph idx="1"/>
          </p:nvPr>
        </p:nvSpPr>
        <p:spPr>
          <a:xfrm>
            <a:off x="1787525" y="182034"/>
            <a:ext cx="2555875" cy="3902075"/>
          </a:xfrm>
        </p:spPr>
        <p:txBody>
          <a:bodyPr/>
          <a:lstStyle>
            <a:lvl1pPr>
              <a:defRPr sz="1600"/>
            </a:lvl1pPr>
            <a:lvl2pPr>
              <a:defRPr sz="1400"/>
            </a:lvl2pPr>
            <a:lvl3pPr>
              <a:defRPr sz="1200"/>
            </a:lvl3pPr>
            <a:lvl4pPr>
              <a:defRPr sz="1000"/>
            </a:lvl4pPr>
            <a:lvl5pPr>
              <a:defRPr sz="1000"/>
            </a:lvl5pPr>
            <a:lvl6pPr>
              <a:defRPr sz="1000"/>
            </a:lvl6pPr>
            <a:lvl7pPr>
              <a:defRPr sz="1000"/>
            </a:lvl7pPr>
            <a:lvl8pPr>
              <a:defRPr sz="1000"/>
            </a:lvl8pPr>
            <a:lvl9pPr>
              <a:defRPr sz="1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228600" y="956734"/>
            <a:ext cx="1504157" cy="3127375"/>
          </a:xfrm>
        </p:spPr>
        <p:txBody>
          <a:bodyPr/>
          <a:lstStyle>
            <a:lvl1pPr marL="0" indent="0">
              <a:buNone/>
              <a:defRPr sz="700"/>
            </a:lvl1pPr>
            <a:lvl2pPr marL="228600" indent="0">
              <a:buNone/>
              <a:defRPr sz="600"/>
            </a:lvl2pPr>
            <a:lvl3pPr marL="457200" indent="0">
              <a:buNone/>
              <a:defRPr sz="500"/>
            </a:lvl3pPr>
            <a:lvl4pPr marL="685800" indent="0">
              <a:buNone/>
              <a:defRPr sz="450"/>
            </a:lvl4pPr>
            <a:lvl5pPr marL="914400" indent="0">
              <a:buNone/>
              <a:defRPr sz="450"/>
            </a:lvl5pPr>
            <a:lvl6pPr marL="1143000" indent="0">
              <a:buNone/>
              <a:defRPr sz="450"/>
            </a:lvl6pPr>
            <a:lvl7pPr marL="1371600" indent="0">
              <a:buNone/>
              <a:defRPr sz="450"/>
            </a:lvl7pPr>
            <a:lvl8pPr marL="1600200" indent="0">
              <a:buNone/>
              <a:defRPr sz="450"/>
            </a:lvl8pPr>
            <a:lvl9pPr marL="1828800" indent="0">
              <a:buNone/>
              <a:defRPr sz="4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60424220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96144" y="3200400"/>
            <a:ext cx="2743200" cy="377825"/>
          </a:xfrm>
        </p:spPr>
        <p:txBody>
          <a:bodyPr anchor="b"/>
          <a:lstStyle>
            <a:lvl1pPr algn="l">
              <a:defRPr sz="1000" b="1"/>
            </a:lvl1pPr>
          </a:lstStyle>
          <a:p>
            <a:r>
              <a:rPr lang="en-US" smtClean="0"/>
              <a:t>Click to edit Master title style</a:t>
            </a:r>
            <a:endParaRPr lang="en-US"/>
          </a:p>
        </p:txBody>
      </p:sp>
      <p:sp>
        <p:nvSpPr>
          <p:cNvPr id="3" name="Picture Placeholder 2"/>
          <p:cNvSpPr>
            <a:spLocks noGrp="1"/>
          </p:cNvSpPr>
          <p:nvPr>
            <p:ph type="pic" idx="1"/>
          </p:nvPr>
        </p:nvSpPr>
        <p:spPr>
          <a:xfrm>
            <a:off x="896144" y="408517"/>
            <a:ext cx="2743200" cy="2743200"/>
          </a:xfrm>
        </p:spPr>
        <p:txBody>
          <a:bodyPr/>
          <a:lstStyle>
            <a:lvl1pPr marL="0" indent="0">
              <a:buNone/>
              <a:defRPr sz="1600"/>
            </a:lvl1pPr>
            <a:lvl2pPr marL="228600" indent="0">
              <a:buNone/>
              <a:defRPr sz="1400"/>
            </a:lvl2pPr>
            <a:lvl3pPr marL="457200" indent="0">
              <a:buNone/>
              <a:defRPr sz="1200"/>
            </a:lvl3pPr>
            <a:lvl4pPr marL="685800" indent="0">
              <a:buNone/>
              <a:defRPr sz="1000"/>
            </a:lvl4pPr>
            <a:lvl5pPr marL="914400" indent="0">
              <a:buNone/>
              <a:defRPr sz="1000"/>
            </a:lvl5pPr>
            <a:lvl6pPr marL="1143000" indent="0">
              <a:buNone/>
              <a:defRPr sz="1000"/>
            </a:lvl6pPr>
            <a:lvl7pPr marL="1371600" indent="0">
              <a:buNone/>
              <a:defRPr sz="1000"/>
            </a:lvl7pPr>
            <a:lvl8pPr marL="1600200" indent="0">
              <a:buNone/>
              <a:defRPr sz="1000"/>
            </a:lvl8pPr>
            <a:lvl9pPr marL="1828800" indent="0">
              <a:buNone/>
              <a:defRPr sz="1000"/>
            </a:lvl9pPr>
          </a:lstStyle>
          <a:p>
            <a:endParaRPr lang="en-US"/>
          </a:p>
        </p:txBody>
      </p:sp>
      <p:sp>
        <p:nvSpPr>
          <p:cNvPr id="4" name="Text Placeholder 3"/>
          <p:cNvSpPr>
            <a:spLocks noGrp="1"/>
          </p:cNvSpPr>
          <p:nvPr>
            <p:ph type="body" sz="half" idx="2"/>
          </p:nvPr>
        </p:nvSpPr>
        <p:spPr>
          <a:xfrm>
            <a:off x="896144" y="3578225"/>
            <a:ext cx="2743200" cy="536575"/>
          </a:xfrm>
        </p:spPr>
        <p:txBody>
          <a:bodyPr/>
          <a:lstStyle>
            <a:lvl1pPr marL="0" indent="0">
              <a:buNone/>
              <a:defRPr sz="700"/>
            </a:lvl1pPr>
            <a:lvl2pPr marL="228600" indent="0">
              <a:buNone/>
              <a:defRPr sz="600"/>
            </a:lvl2pPr>
            <a:lvl3pPr marL="457200" indent="0">
              <a:buNone/>
              <a:defRPr sz="500"/>
            </a:lvl3pPr>
            <a:lvl4pPr marL="685800" indent="0">
              <a:buNone/>
              <a:defRPr sz="450"/>
            </a:lvl4pPr>
            <a:lvl5pPr marL="914400" indent="0">
              <a:buNone/>
              <a:defRPr sz="450"/>
            </a:lvl5pPr>
            <a:lvl6pPr marL="1143000" indent="0">
              <a:buNone/>
              <a:defRPr sz="450"/>
            </a:lvl6pPr>
            <a:lvl7pPr marL="1371600" indent="0">
              <a:buNone/>
              <a:defRPr sz="450"/>
            </a:lvl7pPr>
            <a:lvl8pPr marL="1600200" indent="0">
              <a:buNone/>
              <a:defRPr sz="450"/>
            </a:lvl8pPr>
            <a:lvl9pPr marL="1828800" indent="0">
              <a:buNone/>
              <a:defRPr sz="4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9567336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26369817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314700" y="183092"/>
            <a:ext cx="1028700" cy="390101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228600" y="183092"/>
            <a:ext cx="3009900" cy="39010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833568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8600" y="183092"/>
            <a:ext cx="4114800" cy="762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228600" y="1066800"/>
            <a:ext cx="4114800" cy="3017309"/>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228600" y="4237567"/>
            <a:ext cx="1066800" cy="243417"/>
          </a:xfrm>
          <a:prstGeom prst="rect">
            <a:avLst/>
          </a:prstGeom>
        </p:spPr>
        <p:txBody>
          <a:bodyPr vert="horz" lIns="91440" tIns="45720" rIns="91440" bIns="45720" rtlCol="0" anchor="ctr"/>
          <a:lstStyle>
            <a:lvl1pPr algn="l">
              <a:defRPr sz="600">
                <a:solidFill>
                  <a:schemeClr val="tx1">
                    <a:tint val="75000"/>
                  </a:schemeClr>
                </a:solidFill>
              </a:defRPr>
            </a:lvl1p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5" name="Footer Placeholder 4"/>
          <p:cNvSpPr>
            <a:spLocks noGrp="1"/>
          </p:cNvSpPr>
          <p:nvPr>
            <p:ph type="ftr" sz="quarter" idx="3"/>
          </p:nvPr>
        </p:nvSpPr>
        <p:spPr>
          <a:xfrm>
            <a:off x="1562100" y="4237567"/>
            <a:ext cx="1447800" cy="243417"/>
          </a:xfrm>
          <a:prstGeom prst="rect">
            <a:avLst/>
          </a:prstGeom>
        </p:spPr>
        <p:txBody>
          <a:bodyPr vert="horz" lIns="91440" tIns="45720" rIns="91440" bIns="45720" rtlCol="0" anchor="ctr"/>
          <a:lstStyle>
            <a:lvl1pPr algn="ctr">
              <a:defRPr sz="6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3276600" y="4237567"/>
            <a:ext cx="1066800" cy="243417"/>
          </a:xfrm>
          <a:prstGeom prst="rect">
            <a:avLst/>
          </a:prstGeom>
        </p:spPr>
        <p:txBody>
          <a:bodyPr vert="horz" lIns="91440" tIns="45720" rIns="91440" bIns="45720" rtlCol="0" anchor="ctr"/>
          <a:lstStyle>
            <a:lvl1pPr algn="r">
              <a:defRPr sz="600">
                <a:solidFill>
                  <a:schemeClr val="tx1">
                    <a:tint val="75000"/>
                  </a:schemeClr>
                </a:solidFill>
              </a:defRPr>
            </a:lvl1p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224105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457200" rtl="0" eaLnBrk="1" latinLnBrk="0" hangingPunct="1">
        <a:spcBef>
          <a:spcPct val="0"/>
        </a:spcBef>
        <a:buNone/>
        <a:defRPr sz="2200" kern="1200">
          <a:solidFill>
            <a:schemeClr val="tx1"/>
          </a:solidFill>
          <a:latin typeface="+mj-lt"/>
          <a:ea typeface="+mj-ea"/>
          <a:cs typeface="+mj-cs"/>
        </a:defRPr>
      </a:lvl1pPr>
    </p:titleStyle>
    <p:bodyStyle>
      <a:lvl1pPr marL="171450" indent="-171450" algn="l" defTabSz="457200" rtl="0" eaLnBrk="1" latinLnBrk="0" hangingPunct="1">
        <a:spcBef>
          <a:spcPct val="20000"/>
        </a:spcBef>
        <a:buFont typeface="Arial" pitchFamily="34" charset="0"/>
        <a:buChar char="•"/>
        <a:defRPr sz="1600" kern="1200">
          <a:solidFill>
            <a:schemeClr val="tx1"/>
          </a:solidFill>
          <a:latin typeface="+mn-lt"/>
          <a:ea typeface="+mn-ea"/>
          <a:cs typeface="+mn-cs"/>
        </a:defRPr>
      </a:lvl1pPr>
      <a:lvl2pPr marL="371475" indent="-142875" algn="l" defTabSz="457200" rtl="0" eaLnBrk="1" latinLnBrk="0" hangingPunct="1">
        <a:spcBef>
          <a:spcPct val="20000"/>
        </a:spcBef>
        <a:buFont typeface="Arial" pitchFamily="34" charset="0"/>
        <a:buChar char="–"/>
        <a:defRPr sz="1400" kern="1200">
          <a:solidFill>
            <a:schemeClr val="tx1"/>
          </a:solidFill>
          <a:latin typeface="+mn-lt"/>
          <a:ea typeface="+mn-ea"/>
          <a:cs typeface="+mn-cs"/>
        </a:defRPr>
      </a:lvl2pPr>
      <a:lvl3pPr marL="571500" indent="-114300" algn="l" defTabSz="457200" rtl="0" eaLnBrk="1" latinLnBrk="0" hangingPunct="1">
        <a:spcBef>
          <a:spcPct val="20000"/>
        </a:spcBef>
        <a:buFont typeface="Arial" pitchFamily="34" charset="0"/>
        <a:buChar char="•"/>
        <a:defRPr sz="1200" kern="1200">
          <a:solidFill>
            <a:schemeClr val="tx1"/>
          </a:solidFill>
          <a:latin typeface="+mn-lt"/>
          <a:ea typeface="+mn-ea"/>
          <a:cs typeface="+mn-cs"/>
        </a:defRPr>
      </a:lvl3pPr>
      <a:lvl4pPr marL="8001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4pPr>
      <a:lvl5pPr marL="10287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5pPr>
      <a:lvl6pPr marL="12573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6pPr>
      <a:lvl7pPr marL="14859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7pPr>
      <a:lvl8pPr marL="17145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8pPr>
      <a:lvl9pPr marL="19431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9pPr>
    </p:bodyStyle>
    <p:otherStyle>
      <a:defPPr>
        <a:defRPr lang="en-US"/>
      </a:defPPr>
      <a:lvl1pPr marL="0" algn="l" defTabSz="457200" rtl="0" eaLnBrk="1" latinLnBrk="0" hangingPunct="1">
        <a:defRPr sz="900" kern="1200">
          <a:solidFill>
            <a:schemeClr val="tx1"/>
          </a:solidFill>
          <a:latin typeface="+mn-lt"/>
          <a:ea typeface="+mn-ea"/>
          <a:cs typeface="+mn-cs"/>
        </a:defRPr>
      </a:lvl1pPr>
      <a:lvl2pPr marL="228600" algn="l" defTabSz="457200" rtl="0" eaLnBrk="1" latinLnBrk="0" hangingPunct="1">
        <a:defRPr sz="900" kern="1200">
          <a:solidFill>
            <a:schemeClr val="tx1"/>
          </a:solidFill>
          <a:latin typeface="+mn-lt"/>
          <a:ea typeface="+mn-ea"/>
          <a:cs typeface="+mn-cs"/>
        </a:defRPr>
      </a:lvl2pPr>
      <a:lvl3pPr marL="457200" algn="l" defTabSz="457200" rtl="0" eaLnBrk="1" latinLnBrk="0" hangingPunct="1">
        <a:defRPr sz="900" kern="1200">
          <a:solidFill>
            <a:schemeClr val="tx1"/>
          </a:solidFill>
          <a:latin typeface="+mn-lt"/>
          <a:ea typeface="+mn-ea"/>
          <a:cs typeface="+mn-cs"/>
        </a:defRPr>
      </a:lvl3pPr>
      <a:lvl4pPr marL="685800" algn="l" defTabSz="457200" rtl="0" eaLnBrk="1" latinLnBrk="0" hangingPunct="1">
        <a:defRPr sz="900" kern="1200">
          <a:solidFill>
            <a:schemeClr val="tx1"/>
          </a:solidFill>
          <a:latin typeface="+mn-lt"/>
          <a:ea typeface="+mn-ea"/>
          <a:cs typeface="+mn-cs"/>
        </a:defRPr>
      </a:lvl4pPr>
      <a:lvl5pPr marL="914400" algn="l" defTabSz="457200" rtl="0" eaLnBrk="1" latinLnBrk="0" hangingPunct="1">
        <a:defRPr sz="900" kern="1200">
          <a:solidFill>
            <a:schemeClr val="tx1"/>
          </a:solidFill>
          <a:latin typeface="+mn-lt"/>
          <a:ea typeface="+mn-ea"/>
          <a:cs typeface="+mn-cs"/>
        </a:defRPr>
      </a:lvl5pPr>
      <a:lvl6pPr marL="1143000" algn="l" defTabSz="457200" rtl="0" eaLnBrk="1" latinLnBrk="0" hangingPunct="1">
        <a:defRPr sz="900" kern="1200">
          <a:solidFill>
            <a:schemeClr val="tx1"/>
          </a:solidFill>
          <a:latin typeface="+mn-lt"/>
          <a:ea typeface="+mn-ea"/>
          <a:cs typeface="+mn-cs"/>
        </a:defRPr>
      </a:lvl6pPr>
      <a:lvl7pPr marL="1371600" algn="l" defTabSz="457200" rtl="0" eaLnBrk="1" latinLnBrk="0" hangingPunct="1">
        <a:defRPr sz="900" kern="1200">
          <a:solidFill>
            <a:schemeClr val="tx1"/>
          </a:solidFill>
          <a:latin typeface="+mn-lt"/>
          <a:ea typeface="+mn-ea"/>
          <a:cs typeface="+mn-cs"/>
        </a:defRPr>
      </a:lvl7pPr>
      <a:lvl8pPr marL="1600200" algn="l" defTabSz="457200" rtl="0" eaLnBrk="1" latinLnBrk="0" hangingPunct="1">
        <a:defRPr sz="900" kern="1200">
          <a:solidFill>
            <a:schemeClr val="tx1"/>
          </a:solidFill>
          <a:latin typeface="+mn-lt"/>
          <a:ea typeface="+mn-ea"/>
          <a:cs typeface="+mn-cs"/>
        </a:defRPr>
      </a:lvl8pPr>
      <a:lvl9pPr marL="1828800" algn="l" defTabSz="457200" rtl="0" eaLnBrk="1" latinLnBrk="0" hangingPunct="1">
        <a:defRPr sz="9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8600" y="183092"/>
            <a:ext cx="4114800" cy="762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228600" y="1066800"/>
            <a:ext cx="4114800" cy="3017309"/>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228600" y="4237567"/>
            <a:ext cx="1066800" cy="243417"/>
          </a:xfrm>
          <a:prstGeom prst="rect">
            <a:avLst/>
          </a:prstGeom>
        </p:spPr>
        <p:txBody>
          <a:bodyPr vert="horz" lIns="91440" tIns="45720" rIns="91440" bIns="45720" rtlCol="0" anchor="ctr"/>
          <a:lstStyle>
            <a:lvl1pPr algn="l">
              <a:defRPr sz="600">
                <a:solidFill>
                  <a:schemeClr val="tx1">
                    <a:tint val="75000"/>
                  </a:schemeClr>
                </a:solidFill>
              </a:defRPr>
            </a:lvl1p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5" name="Footer Placeholder 4"/>
          <p:cNvSpPr>
            <a:spLocks noGrp="1"/>
          </p:cNvSpPr>
          <p:nvPr>
            <p:ph type="ftr" sz="quarter" idx="3"/>
          </p:nvPr>
        </p:nvSpPr>
        <p:spPr>
          <a:xfrm>
            <a:off x="1562100" y="4237567"/>
            <a:ext cx="1447800" cy="243417"/>
          </a:xfrm>
          <a:prstGeom prst="rect">
            <a:avLst/>
          </a:prstGeom>
        </p:spPr>
        <p:txBody>
          <a:bodyPr vert="horz" lIns="91440" tIns="45720" rIns="91440" bIns="45720" rtlCol="0" anchor="ctr"/>
          <a:lstStyle>
            <a:lvl1pPr algn="ctr">
              <a:defRPr sz="6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3276600" y="4237567"/>
            <a:ext cx="1066800" cy="243417"/>
          </a:xfrm>
          <a:prstGeom prst="rect">
            <a:avLst/>
          </a:prstGeom>
        </p:spPr>
        <p:txBody>
          <a:bodyPr vert="horz" lIns="91440" tIns="45720" rIns="91440" bIns="45720" rtlCol="0" anchor="ctr"/>
          <a:lstStyle>
            <a:lvl1pPr algn="r">
              <a:defRPr sz="600">
                <a:solidFill>
                  <a:schemeClr val="tx1">
                    <a:tint val="75000"/>
                  </a:schemeClr>
                </a:solidFill>
              </a:defRPr>
            </a:lvl1p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3302177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457200" rtl="0" eaLnBrk="1" latinLnBrk="0" hangingPunct="1">
        <a:spcBef>
          <a:spcPct val="0"/>
        </a:spcBef>
        <a:buNone/>
        <a:defRPr sz="2200" kern="1200">
          <a:solidFill>
            <a:schemeClr val="tx1"/>
          </a:solidFill>
          <a:latin typeface="+mj-lt"/>
          <a:ea typeface="+mj-ea"/>
          <a:cs typeface="+mj-cs"/>
        </a:defRPr>
      </a:lvl1pPr>
    </p:titleStyle>
    <p:bodyStyle>
      <a:lvl1pPr marL="171450" indent="-171450" algn="l" defTabSz="457200" rtl="0" eaLnBrk="1" latinLnBrk="0" hangingPunct="1">
        <a:spcBef>
          <a:spcPct val="20000"/>
        </a:spcBef>
        <a:buFont typeface="Arial" pitchFamily="34" charset="0"/>
        <a:buChar char="•"/>
        <a:defRPr sz="1600" kern="1200">
          <a:solidFill>
            <a:schemeClr val="tx1"/>
          </a:solidFill>
          <a:latin typeface="+mn-lt"/>
          <a:ea typeface="+mn-ea"/>
          <a:cs typeface="+mn-cs"/>
        </a:defRPr>
      </a:lvl1pPr>
      <a:lvl2pPr marL="371475" indent="-142875" algn="l" defTabSz="457200" rtl="0" eaLnBrk="1" latinLnBrk="0" hangingPunct="1">
        <a:spcBef>
          <a:spcPct val="20000"/>
        </a:spcBef>
        <a:buFont typeface="Arial" pitchFamily="34" charset="0"/>
        <a:buChar char="–"/>
        <a:defRPr sz="1400" kern="1200">
          <a:solidFill>
            <a:schemeClr val="tx1"/>
          </a:solidFill>
          <a:latin typeface="+mn-lt"/>
          <a:ea typeface="+mn-ea"/>
          <a:cs typeface="+mn-cs"/>
        </a:defRPr>
      </a:lvl2pPr>
      <a:lvl3pPr marL="571500" indent="-114300" algn="l" defTabSz="457200" rtl="0" eaLnBrk="1" latinLnBrk="0" hangingPunct="1">
        <a:spcBef>
          <a:spcPct val="20000"/>
        </a:spcBef>
        <a:buFont typeface="Arial" pitchFamily="34" charset="0"/>
        <a:buChar char="•"/>
        <a:defRPr sz="1200" kern="1200">
          <a:solidFill>
            <a:schemeClr val="tx1"/>
          </a:solidFill>
          <a:latin typeface="+mn-lt"/>
          <a:ea typeface="+mn-ea"/>
          <a:cs typeface="+mn-cs"/>
        </a:defRPr>
      </a:lvl3pPr>
      <a:lvl4pPr marL="8001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4pPr>
      <a:lvl5pPr marL="10287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5pPr>
      <a:lvl6pPr marL="12573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6pPr>
      <a:lvl7pPr marL="14859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7pPr>
      <a:lvl8pPr marL="17145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8pPr>
      <a:lvl9pPr marL="19431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9pPr>
    </p:bodyStyle>
    <p:otherStyle>
      <a:defPPr>
        <a:defRPr lang="en-US"/>
      </a:defPPr>
      <a:lvl1pPr marL="0" algn="l" defTabSz="457200" rtl="0" eaLnBrk="1" latinLnBrk="0" hangingPunct="1">
        <a:defRPr sz="900" kern="1200">
          <a:solidFill>
            <a:schemeClr val="tx1"/>
          </a:solidFill>
          <a:latin typeface="+mn-lt"/>
          <a:ea typeface="+mn-ea"/>
          <a:cs typeface="+mn-cs"/>
        </a:defRPr>
      </a:lvl1pPr>
      <a:lvl2pPr marL="228600" algn="l" defTabSz="457200" rtl="0" eaLnBrk="1" latinLnBrk="0" hangingPunct="1">
        <a:defRPr sz="900" kern="1200">
          <a:solidFill>
            <a:schemeClr val="tx1"/>
          </a:solidFill>
          <a:latin typeface="+mn-lt"/>
          <a:ea typeface="+mn-ea"/>
          <a:cs typeface="+mn-cs"/>
        </a:defRPr>
      </a:lvl2pPr>
      <a:lvl3pPr marL="457200" algn="l" defTabSz="457200" rtl="0" eaLnBrk="1" latinLnBrk="0" hangingPunct="1">
        <a:defRPr sz="900" kern="1200">
          <a:solidFill>
            <a:schemeClr val="tx1"/>
          </a:solidFill>
          <a:latin typeface="+mn-lt"/>
          <a:ea typeface="+mn-ea"/>
          <a:cs typeface="+mn-cs"/>
        </a:defRPr>
      </a:lvl3pPr>
      <a:lvl4pPr marL="685800" algn="l" defTabSz="457200" rtl="0" eaLnBrk="1" latinLnBrk="0" hangingPunct="1">
        <a:defRPr sz="900" kern="1200">
          <a:solidFill>
            <a:schemeClr val="tx1"/>
          </a:solidFill>
          <a:latin typeface="+mn-lt"/>
          <a:ea typeface="+mn-ea"/>
          <a:cs typeface="+mn-cs"/>
        </a:defRPr>
      </a:lvl4pPr>
      <a:lvl5pPr marL="914400" algn="l" defTabSz="457200" rtl="0" eaLnBrk="1" latinLnBrk="0" hangingPunct="1">
        <a:defRPr sz="900" kern="1200">
          <a:solidFill>
            <a:schemeClr val="tx1"/>
          </a:solidFill>
          <a:latin typeface="+mn-lt"/>
          <a:ea typeface="+mn-ea"/>
          <a:cs typeface="+mn-cs"/>
        </a:defRPr>
      </a:lvl5pPr>
      <a:lvl6pPr marL="1143000" algn="l" defTabSz="457200" rtl="0" eaLnBrk="1" latinLnBrk="0" hangingPunct="1">
        <a:defRPr sz="900" kern="1200">
          <a:solidFill>
            <a:schemeClr val="tx1"/>
          </a:solidFill>
          <a:latin typeface="+mn-lt"/>
          <a:ea typeface="+mn-ea"/>
          <a:cs typeface="+mn-cs"/>
        </a:defRPr>
      </a:lvl6pPr>
      <a:lvl7pPr marL="1371600" algn="l" defTabSz="457200" rtl="0" eaLnBrk="1" latinLnBrk="0" hangingPunct="1">
        <a:defRPr sz="900" kern="1200">
          <a:solidFill>
            <a:schemeClr val="tx1"/>
          </a:solidFill>
          <a:latin typeface="+mn-lt"/>
          <a:ea typeface="+mn-ea"/>
          <a:cs typeface="+mn-cs"/>
        </a:defRPr>
      </a:lvl7pPr>
      <a:lvl8pPr marL="1600200" algn="l" defTabSz="457200" rtl="0" eaLnBrk="1" latinLnBrk="0" hangingPunct="1">
        <a:defRPr sz="900" kern="1200">
          <a:solidFill>
            <a:schemeClr val="tx1"/>
          </a:solidFill>
          <a:latin typeface="+mn-lt"/>
          <a:ea typeface="+mn-ea"/>
          <a:cs typeface="+mn-cs"/>
        </a:defRPr>
      </a:lvl8pPr>
      <a:lvl9pPr marL="1828800" algn="l" defTabSz="457200" rtl="0" eaLnBrk="1" latinLnBrk="0" hangingPunct="1">
        <a:defRPr sz="9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8600" y="183092"/>
            <a:ext cx="4114800" cy="762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228600" y="1066800"/>
            <a:ext cx="4114800" cy="3017309"/>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228600" y="4237567"/>
            <a:ext cx="1066800" cy="243417"/>
          </a:xfrm>
          <a:prstGeom prst="rect">
            <a:avLst/>
          </a:prstGeom>
        </p:spPr>
        <p:txBody>
          <a:bodyPr vert="horz" lIns="91440" tIns="45720" rIns="91440" bIns="45720" rtlCol="0" anchor="ctr"/>
          <a:lstStyle>
            <a:lvl1pPr algn="l">
              <a:defRPr sz="600">
                <a:solidFill>
                  <a:schemeClr val="tx1">
                    <a:tint val="75000"/>
                  </a:schemeClr>
                </a:solidFill>
              </a:defRPr>
            </a:lvl1p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5" name="Footer Placeholder 4"/>
          <p:cNvSpPr>
            <a:spLocks noGrp="1"/>
          </p:cNvSpPr>
          <p:nvPr>
            <p:ph type="ftr" sz="quarter" idx="3"/>
          </p:nvPr>
        </p:nvSpPr>
        <p:spPr>
          <a:xfrm>
            <a:off x="1562100" y="4237567"/>
            <a:ext cx="1447800" cy="243417"/>
          </a:xfrm>
          <a:prstGeom prst="rect">
            <a:avLst/>
          </a:prstGeom>
        </p:spPr>
        <p:txBody>
          <a:bodyPr vert="horz" lIns="91440" tIns="45720" rIns="91440" bIns="45720" rtlCol="0" anchor="ctr"/>
          <a:lstStyle>
            <a:lvl1pPr algn="ctr">
              <a:defRPr sz="6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3276600" y="4237567"/>
            <a:ext cx="1066800" cy="243417"/>
          </a:xfrm>
          <a:prstGeom prst="rect">
            <a:avLst/>
          </a:prstGeom>
        </p:spPr>
        <p:txBody>
          <a:bodyPr vert="horz" lIns="91440" tIns="45720" rIns="91440" bIns="45720" rtlCol="0" anchor="ctr"/>
          <a:lstStyle>
            <a:lvl1pPr algn="r">
              <a:defRPr sz="600">
                <a:solidFill>
                  <a:schemeClr val="tx1">
                    <a:tint val="75000"/>
                  </a:schemeClr>
                </a:solidFill>
              </a:defRPr>
            </a:lvl1p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69177394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defTabSz="457200" rtl="0" eaLnBrk="1" latinLnBrk="0" hangingPunct="1">
        <a:spcBef>
          <a:spcPct val="0"/>
        </a:spcBef>
        <a:buNone/>
        <a:defRPr sz="2200" kern="1200">
          <a:solidFill>
            <a:schemeClr val="tx1"/>
          </a:solidFill>
          <a:latin typeface="+mj-lt"/>
          <a:ea typeface="+mj-ea"/>
          <a:cs typeface="+mj-cs"/>
        </a:defRPr>
      </a:lvl1pPr>
    </p:titleStyle>
    <p:bodyStyle>
      <a:lvl1pPr marL="171450" indent="-171450" algn="l" defTabSz="457200" rtl="0" eaLnBrk="1" latinLnBrk="0" hangingPunct="1">
        <a:spcBef>
          <a:spcPct val="20000"/>
        </a:spcBef>
        <a:buFont typeface="Arial" pitchFamily="34" charset="0"/>
        <a:buChar char="•"/>
        <a:defRPr sz="1600" kern="1200">
          <a:solidFill>
            <a:schemeClr val="tx1"/>
          </a:solidFill>
          <a:latin typeface="+mn-lt"/>
          <a:ea typeface="+mn-ea"/>
          <a:cs typeface="+mn-cs"/>
        </a:defRPr>
      </a:lvl1pPr>
      <a:lvl2pPr marL="371475" indent="-142875" algn="l" defTabSz="457200" rtl="0" eaLnBrk="1" latinLnBrk="0" hangingPunct="1">
        <a:spcBef>
          <a:spcPct val="20000"/>
        </a:spcBef>
        <a:buFont typeface="Arial" pitchFamily="34" charset="0"/>
        <a:buChar char="–"/>
        <a:defRPr sz="1400" kern="1200">
          <a:solidFill>
            <a:schemeClr val="tx1"/>
          </a:solidFill>
          <a:latin typeface="+mn-lt"/>
          <a:ea typeface="+mn-ea"/>
          <a:cs typeface="+mn-cs"/>
        </a:defRPr>
      </a:lvl2pPr>
      <a:lvl3pPr marL="571500" indent="-114300" algn="l" defTabSz="457200" rtl="0" eaLnBrk="1" latinLnBrk="0" hangingPunct="1">
        <a:spcBef>
          <a:spcPct val="20000"/>
        </a:spcBef>
        <a:buFont typeface="Arial" pitchFamily="34" charset="0"/>
        <a:buChar char="•"/>
        <a:defRPr sz="1200" kern="1200">
          <a:solidFill>
            <a:schemeClr val="tx1"/>
          </a:solidFill>
          <a:latin typeface="+mn-lt"/>
          <a:ea typeface="+mn-ea"/>
          <a:cs typeface="+mn-cs"/>
        </a:defRPr>
      </a:lvl3pPr>
      <a:lvl4pPr marL="8001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4pPr>
      <a:lvl5pPr marL="10287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5pPr>
      <a:lvl6pPr marL="12573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6pPr>
      <a:lvl7pPr marL="14859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7pPr>
      <a:lvl8pPr marL="17145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8pPr>
      <a:lvl9pPr marL="19431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9pPr>
    </p:bodyStyle>
    <p:otherStyle>
      <a:defPPr>
        <a:defRPr lang="en-US"/>
      </a:defPPr>
      <a:lvl1pPr marL="0" algn="l" defTabSz="457200" rtl="0" eaLnBrk="1" latinLnBrk="0" hangingPunct="1">
        <a:defRPr sz="900" kern="1200">
          <a:solidFill>
            <a:schemeClr val="tx1"/>
          </a:solidFill>
          <a:latin typeface="+mn-lt"/>
          <a:ea typeface="+mn-ea"/>
          <a:cs typeface="+mn-cs"/>
        </a:defRPr>
      </a:lvl1pPr>
      <a:lvl2pPr marL="228600" algn="l" defTabSz="457200" rtl="0" eaLnBrk="1" latinLnBrk="0" hangingPunct="1">
        <a:defRPr sz="900" kern="1200">
          <a:solidFill>
            <a:schemeClr val="tx1"/>
          </a:solidFill>
          <a:latin typeface="+mn-lt"/>
          <a:ea typeface="+mn-ea"/>
          <a:cs typeface="+mn-cs"/>
        </a:defRPr>
      </a:lvl2pPr>
      <a:lvl3pPr marL="457200" algn="l" defTabSz="457200" rtl="0" eaLnBrk="1" latinLnBrk="0" hangingPunct="1">
        <a:defRPr sz="900" kern="1200">
          <a:solidFill>
            <a:schemeClr val="tx1"/>
          </a:solidFill>
          <a:latin typeface="+mn-lt"/>
          <a:ea typeface="+mn-ea"/>
          <a:cs typeface="+mn-cs"/>
        </a:defRPr>
      </a:lvl3pPr>
      <a:lvl4pPr marL="685800" algn="l" defTabSz="457200" rtl="0" eaLnBrk="1" latinLnBrk="0" hangingPunct="1">
        <a:defRPr sz="900" kern="1200">
          <a:solidFill>
            <a:schemeClr val="tx1"/>
          </a:solidFill>
          <a:latin typeface="+mn-lt"/>
          <a:ea typeface="+mn-ea"/>
          <a:cs typeface="+mn-cs"/>
        </a:defRPr>
      </a:lvl4pPr>
      <a:lvl5pPr marL="914400" algn="l" defTabSz="457200" rtl="0" eaLnBrk="1" latinLnBrk="0" hangingPunct="1">
        <a:defRPr sz="900" kern="1200">
          <a:solidFill>
            <a:schemeClr val="tx1"/>
          </a:solidFill>
          <a:latin typeface="+mn-lt"/>
          <a:ea typeface="+mn-ea"/>
          <a:cs typeface="+mn-cs"/>
        </a:defRPr>
      </a:lvl5pPr>
      <a:lvl6pPr marL="1143000" algn="l" defTabSz="457200" rtl="0" eaLnBrk="1" latinLnBrk="0" hangingPunct="1">
        <a:defRPr sz="900" kern="1200">
          <a:solidFill>
            <a:schemeClr val="tx1"/>
          </a:solidFill>
          <a:latin typeface="+mn-lt"/>
          <a:ea typeface="+mn-ea"/>
          <a:cs typeface="+mn-cs"/>
        </a:defRPr>
      </a:lvl6pPr>
      <a:lvl7pPr marL="1371600" algn="l" defTabSz="457200" rtl="0" eaLnBrk="1" latinLnBrk="0" hangingPunct="1">
        <a:defRPr sz="900" kern="1200">
          <a:solidFill>
            <a:schemeClr val="tx1"/>
          </a:solidFill>
          <a:latin typeface="+mn-lt"/>
          <a:ea typeface="+mn-ea"/>
          <a:cs typeface="+mn-cs"/>
        </a:defRPr>
      </a:lvl7pPr>
      <a:lvl8pPr marL="1600200" algn="l" defTabSz="457200" rtl="0" eaLnBrk="1" latinLnBrk="0" hangingPunct="1">
        <a:defRPr sz="900" kern="1200">
          <a:solidFill>
            <a:schemeClr val="tx1"/>
          </a:solidFill>
          <a:latin typeface="+mn-lt"/>
          <a:ea typeface="+mn-ea"/>
          <a:cs typeface="+mn-cs"/>
        </a:defRPr>
      </a:lvl8pPr>
      <a:lvl9pPr marL="1828800" algn="l" defTabSz="457200" rtl="0" eaLnBrk="1" latinLnBrk="0" hangingPunct="1">
        <a:defRPr sz="9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8600" y="183092"/>
            <a:ext cx="4114800" cy="762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228600" y="1066800"/>
            <a:ext cx="4114800" cy="3017309"/>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228600" y="4237567"/>
            <a:ext cx="1066800" cy="243417"/>
          </a:xfrm>
          <a:prstGeom prst="rect">
            <a:avLst/>
          </a:prstGeom>
        </p:spPr>
        <p:txBody>
          <a:bodyPr vert="horz" lIns="91440" tIns="45720" rIns="91440" bIns="45720" rtlCol="0" anchor="ctr"/>
          <a:lstStyle>
            <a:lvl1pPr algn="l">
              <a:defRPr sz="600">
                <a:solidFill>
                  <a:schemeClr val="tx1">
                    <a:tint val="75000"/>
                  </a:schemeClr>
                </a:solidFill>
              </a:defRPr>
            </a:lvl1p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5" name="Footer Placeholder 4"/>
          <p:cNvSpPr>
            <a:spLocks noGrp="1"/>
          </p:cNvSpPr>
          <p:nvPr>
            <p:ph type="ftr" sz="quarter" idx="3"/>
          </p:nvPr>
        </p:nvSpPr>
        <p:spPr>
          <a:xfrm>
            <a:off x="1562100" y="4237567"/>
            <a:ext cx="1447800" cy="243417"/>
          </a:xfrm>
          <a:prstGeom prst="rect">
            <a:avLst/>
          </a:prstGeom>
        </p:spPr>
        <p:txBody>
          <a:bodyPr vert="horz" lIns="91440" tIns="45720" rIns="91440" bIns="45720" rtlCol="0" anchor="ctr"/>
          <a:lstStyle>
            <a:lvl1pPr algn="ctr">
              <a:defRPr sz="6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3276600" y="4237567"/>
            <a:ext cx="1066800" cy="243417"/>
          </a:xfrm>
          <a:prstGeom prst="rect">
            <a:avLst/>
          </a:prstGeom>
        </p:spPr>
        <p:txBody>
          <a:bodyPr vert="horz" lIns="91440" tIns="45720" rIns="91440" bIns="45720" rtlCol="0" anchor="ctr"/>
          <a:lstStyle>
            <a:lvl1pPr algn="r">
              <a:defRPr sz="600">
                <a:solidFill>
                  <a:schemeClr val="tx1">
                    <a:tint val="75000"/>
                  </a:schemeClr>
                </a:solidFill>
              </a:defRPr>
            </a:lvl1p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5023107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defTabSz="457200" rtl="0" eaLnBrk="1" latinLnBrk="0" hangingPunct="1">
        <a:spcBef>
          <a:spcPct val="0"/>
        </a:spcBef>
        <a:buNone/>
        <a:defRPr sz="2200" kern="1200">
          <a:solidFill>
            <a:schemeClr val="tx1"/>
          </a:solidFill>
          <a:latin typeface="+mj-lt"/>
          <a:ea typeface="+mj-ea"/>
          <a:cs typeface="+mj-cs"/>
        </a:defRPr>
      </a:lvl1pPr>
    </p:titleStyle>
    <p:bodyStyle>
      <a:lvl1pPr marL="171450" indent="-171450" algn="l" defTabSz="457200" rtl="0" eaLnBrk="1" latinLnBrk="0" hangingPunct="1">
        <a:spcBef>
          <a:spcPct val="20000"/>
        </a:spcBef>
        <a:buFont typeface="Arial" pitchFamily="34" charset="0"/>
        <a:buChar char="•"/>
        <a:defRPr sz="1600" kern="1200">
          <a:solidFill>
            <a:schemeClr val="tx1"/>
          </a:solidFill>
          <a:latin typeface="+mn-lt"/>
          <a:ea typeface="+mn-ea"/>
          <a:cs typeface="+mn-cs"/>
        </a:defRPr>
      </a:lvl1pPr>
      <a:lvl2pPr marL="371475" indent="-142875" algn="l" defTabSz="457200" rtl="0" eaLnBrk="1" latinLnBrk="0" hangingPunct="1">
        <a:spcBef>
          <a:spcPct val="20000"/>
        </a:spcBef>
        <a:buFont typeface="Arial" pitchFamily="34" charset="0"/>
        <a:buChar char="–"/>
        <a:defRPr sz="1400" kern="1200">
          <a:solidFill>
            <a:schemeClr val="tx1"/>
          </a:solidFill>
          <a:latin typeface="+mn-lt"/>
          <a:ea typeface="+mn-ea"/>
          <a:cs typeface="+mn-cs"/>
        </a:defRPr>
      </a:lvl2pPr>
      <a:lvl3pPr marL="571500" indent="-114300" algn="l" defTabSz="457200" rtl="0" eaLnBrk="1" latinLnBrk="0" hangingPunct="1">
        <a:spcBef>
          <a:spcPct val="20000"/>
        </a:spcBef>
        <a:buFont typeface="Arial" pitchFamily="34" charset="0"/>
        <a:buChar char="•"/>
        <a:defRPr sz="1200" kern="1200">
          <a:solidFill>
            <a:schemeClr val="tx1"/>
          </a:solidFill>
          <a:latin typeface="+mn-lt"/>
          <a:ea typeface="+mn-ea"/>
          <a:cs typeface="+mn-cs"/>
        </a:defRPr>
      </a:lvl3pPr>
      <a:lvl4pPr marL="8001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4pPr>
      <a:lvl5pPr marL="10287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5pPr>
      <a:lvl6pPr marL="12573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6pPr>
      <a:lvl7pPr marL="14859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7pPr>
      <a:lvl8pPr marL="17145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8pPr>
      <a:lvl9pPr marL="19431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9pPr>
    </p:bodyStyle>
    <p:otherStyle>
      <a:defPPr>
        <a:defRPr lang="en-US"/>
      </a:defPPr>
      <a:lvl1pPr marL="0" algn="l" defTabSz="457200" rtl="0" eaLnBrk="1" latinLnBrk="0" hangingPunct="1">
        <a:defRPr sz="900" kern="1200">
          <a:solidFill>
            <a:schemeClr val="tx1"/>
          </a:solidFill>
          <a:latin typeface="+mn-lt"/>
          <a:ea typeface="+mn-ea"/>
          <a:cs typeface="+mn-cs"/>
        </a:defRPr>
      </a:lvl1pPr>
      <a:lvl2pPr marL="228600" algn="l" defTabSz="457200" rtl="0" eaLnBrk="1" latinLnBrk="0" hangingPunct="1">
        <a:defRPr sz="900" kern="1200">
          <a:solidFill>
            <a:schemeClr val="tx1"/>
          </a:solidFill>
          <a:latin typeface="+mn-lt"/>
          <a:ea typeface="+mn-ea"/>
          <a:cs typeface="+mn-cs"/>
        </a:defRPr>
      </a:lvl2pPr>
      <a:lvl3pPr marL="457200" algn="l" defTabSz="457200" rtl="0" eaLnBrk="1" latinLnBrk="0" hangingPunct="1">
        <a:defRPr sz="900" kern="1200">
          <a:solidFill>
            <a:schemeClr val="tx1"/>
          </a:solidFill>
          <a:latin typeface="+mn-lt"/>
          <a:ea typeface="+mn-ea"/>
          <a:cs typeface="+mn-cs"/>
        </a:defRPr>
      </a:lvl3pPr>
      <a:lvl4pPr marL="685800" algn="l" defTabSz="457200" rtl="0" eaLnBrk="1" latinLnBrk="0" hangingPunct="1">
        <a:defRPr sz="900" kern="1200">
          <a:solidFill>
            <a:schemeClr val="tx1"/>
          </a:solidFill>
          <a:latin typeface="+mn-lt"/>
          <a:ea typeface="+mn-ea"/>
          <a:cs typeface="+mn-cs"/>
        </a:defRPr>
      </a:lvl4pPr>
      <a:lvl5pPr marL="914400" algn="l" defTabSz="457200" rtl="0" eaLnBrk="1" latinLnBrk="0" hangingPunct="1">
        <a:defRPr sz="900" kern="1200">
          <a:solidFill>
            <a:schemeClr val="tx1"/>
          </a:solidFill>
          <a:latin typeface="+mn-lt"/>
          <a:ea typeface="+mn-ea"/>
          <a:cs typeface="+mn-cs"/>
        </a:defRPr>
      </a:lvl5pPr>
      <a:lvl6pPr marL="1143000" algn="l" defTabSz="457200" rtl="0" eaLnBrk="1" latinLnBrk="0" hangingPunct="1">
        <a:defRPr sz="900" kern="1200">
          <a:solidFill>
            <a:schemeClr val="tx1"/>
          </a:solidFill>
          <a:latin typeface="+mn-lt"/>
          <a:ea typeface="+mn-ea"/>
          <a:cs typeface="+mn-cs"/>
        </a:defRPr>
      </a:lvl6pPr>
      <a:lvl7pPr marL="1371600" algn="l" defTabSz="457200" rtl="0" eaLnBrk="1" latinLnBrk="0" hangingPunct="1">
        <a:defRPr sz="900" kern="1200">
          <a:solidFill>
            <a:schemeClr val="tx1"/>
          </a:solidFill>
          <a:latin typeface="+mn-lt"/>
          <a:ea typeface="+mn-ea"/>
          <a:cs typeface="+mn-cs"/>
        </a:defRPr>
      </a:lvl7pPr>
      <a:lvl8pPr marL="1600200" algn="l" defTabSz="457200" rtl="0" eaLnBrk="1" latinLnBrk="0" hangingPunct="1">
        <a:defRPr sz="900" kern="1200">
          <a:solidFill>
            <a:schemeClr val="tx1"/>
          </a:solidFill>
          <a:latin typeface="+mn-lt"/>
          <a:ea typeface="+mn-ea"/>
          <a:cs typeface="+mn-cs"/>
        </a:defRPr>
      </a:lvl8pPr>
      <a:lvl9pPr marL="1828800" algn="l" defTabSz="457200" rtl="0" eaLnBrk="1" latinLnBrk="0" hangingPunct="1">
        <a:defRPr sz="9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8600" y="183092"/>
            <a:ext cx="4114800" cy="762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228600" y="1066800"/>
            <a:ext cx="4114800" cy="3017309"/>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228600" y="4237567"/>
            <a:ext cx="1066800" cy="243417"/>
          </a:xfrm>
          <a:prstGeom prst="rect">
            <a:avLst/>
          </a:prstGeom>
        </p:spPr>
        <p:txBody>
          <a:bodyPr vert="horz" lIns="91440" tIns="45720" rIns="91440" bIns="45720" rtlCol="0" anchor="ctr"/>
          <a:lstStyle>
            <a:lvl1pPr algn="l">
              <a:defRPr sz="600">
                <a:solidFill>
                  <a:schemeClr val="tx1">
                    <a:tint val="75000"/>
                  </a:schemeClr>
                </a:solidFill>
              </a:defRPr>
            </a:lvl1p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5" name="Footer Placeholder 4"/>
          <p:cNvSpPr>
            <a:spLocks noGrp="1"/>
          </p:cNvSpPr>
          <p:nvPr>
            <p:ph type="ftr" sz="quarter" idx="3"/>
          </p:nvPr>
        </p:nvSpPr>
        <p:spPr>
          <a:xfrm>
            <a:off x="1562100" y="4237567"/>
            <a:ext cx="1447800" cy="243417"/>
          </a:xfrm>
          <a:prstGeom prst="rect">
            <a:avLst/>
          </a:prstGeom>
        </p:spPr>
        <p:txBody>
          <a:bodyPr vert="horz" lIns="91440" tIns="45720" rIns="91440" bIns="45720" rtlCol="0" anchor="ctr"/>
          <a:lstStyle>
            <a:lvl1pPr algn="ctr">
              <a:defRPr sz="6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3276600" y="4237567"/>
            <a:ext cx="1066800" cy="243417"/>
          </a:xfrm>
          <a:prstGeom prst="rect">
            <a:avLst/>
          </a:prstGeom>
        </p:spPr>
        <p:txBody>
          <a:bodyPr vert="horz" lIns="91440" tIns="45720" rIns="91440" bIns="45720" rtlCol="0" anchor="ctr"/>
          <a:lstStyle>
            <a:lvl1pPr algn="r">
              <a:defRPr sz="600">
                <a:solidFill>
                  <a:schemeClr val="tx1">
                    <a:tint val="75000"/>
                  </a:schemeClr>
                </a:solidFill>
              </a:defRPr>
            </a:lvl1p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15783883"/>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defTabSz="457200" rtl="0" eaLnBrk="1" latinLnBrk="0" hangingPunct="1">
        <a:spcBef>
          <a:spcPct val="0"/>
        </a:spcBef>
        <a:buNone/>
        <a:defRPr sz="2200" kern="1200">
          <a:solidFill>
            <a:schemeClr val="tx1"/>
          </a:solidFill>
          <a:latin typeface="+mj-lt"/>
          <a:ea typeface="+mj-ea"/>
          <a:cs typeface="+mj-cs"/>
        </a:defRPr>
      </a:lvl1pPr>
    </p:titleStyle>
    <p:bodyStyle>
      <a:lvl1pPr marL="171450" indent="-171450" algn="l" defTabSz="457200" rtl="0" eaLnBrk="1" latinLnBrk="0" hangingPunct="1">
        <a:spcBef>
          <a:spcPct val="20000"/>
        </a:spcBef>
        <a:buFont typeface="Arial" pitchFamily="34" charset="0"/>
        <a:buChar char="•"/>
        <a:defRPr sz="1600" kern="1200">
          <a:solidFill>
            <a:schemeClr val="tx1"/>
          </a:solidFill>
          <a:latin typeface="+mn-lt"/>
          <a:ea typeface="+mn-ea"/>
          <a:cs typeface="+mn-cs"/>
        </a:defRPr>
      </a:lvl1pPr>
      <a:lvl2pPr marL="371475" indent="-142875" algn="l" defTabSz="457200" rtl="0" eaLnBrk="1" latinLnBrk="0" hangingPunct="1">
        <a:spcBef>
          <a:spcPct val="20000"/>
        </a:spcBef>
        <a:buFont typeface="Arial" pitchFamily="34" charset="0"/>
        <a:buChar char="–"/>
        <a:defRPr sz="1400" kern="1200">
          <a:solidFill>
            <a:schemeClr val="tx1"/>
          </a:solidFill>
          <a:latin typeface="+mn-lt"/>
          <a:ea typeface="+mn-ea"/>
          <a:cs typeface="+mn-cs"/>
        </a:defRPr>
      </a:lvl2pPr>
      <a:lvl3pPr marL="571500" indent="-114300" algn="l" defTabSz="457200" rtl="0" eaLnBrk="1" latinLnBrk="0" hangingPunct="1">
        <a:spcBef>
          <a:spcPct val="20000"/>
        </a:spcBef>
        <a:buFont typeface="Arial" pitchFamily="34" charset="0"/>
        <a:buChar char="•"/>
        <a:defRPr sz="1200" kern="1200">
          <a:solidFill>
            <a:schemeClr val="tx1"/>
          </a:solidFill>
          <a:latin typeface="+mn-lt"/>
          <a:ea typeface="+mn-ea"/>
          <a:cs typeface="+mn-cs"/>
        </a:defRPr>
      </a:lvl3pPr>
      <a:lvl4pPr marL="8001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4pPr>
      <a:lvl5pPr marL="10287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5pPr>
      <a:lvl6pPr marL="12573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6pPr>
      <a:lvl7pPr marL="14859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7pPr>
      <a:lvl8pPr marL="17145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8pPr>
      <a:lvl9pPr marL="19431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9pPr>
    </p:bodyStyle>
    <p:otherStyle>
      <a:defPPr>
        <a:defRPr lang="en-US"/>
      </a:defPPr>
      <a:lvl1pPr marL="0" algn="l" defTabSz="457200" rtl="0" eaLnBrk="1" latinLnBrk="0" hangingPunct="1">
        <a:defRPr sz="900" kern="1200">
          <a:solidFill>
            <a:schemeClr val="tx1"/>
          </a:solidFill>
          <a:latin typeface="+mn-lt"/>
          <a:ea typeface="+mn-ea"/>
          <a:cs typeface="+mn-cs"/>
        </a:defRPr>
      </a:lvl1pPr>
      <a:lvl2pPr marL="228600" algn="l" defTabSz="457200" rtl="0" eaLnBrk="1" latinLnBrk="0" hangingPunct="1">
        <a:defRPr sz="900" kern="1200">
          <a:solidFill>
            <a:schemeClr val="tx1"/>
          </a:solidFill>
          <a:latin typeface="+mn-lt"/>
          <a:ea typeface="+mn-ea"/>
          <a:cs typeface="+mn-cs"/>
        </a:defRPr>
      </a:lvl2pPr>
      <a:lvl3pPr marL="457200" algn="l" defTabSz="457200" rtl="0" eaLnBrk="1" latinLnBrk="0" hangingPunct="1">
        <a:defRPr sz="900" kern="1200">
          <a:solidFill>
            <a:schemeClr val="tx1"/>
          </a:solidFill>
          <a:latin typeface="+mn-lt"/>
          <a:ea typeface="+mn-ea"/>
          <a:cs typeface="+mn-cs"/>
        </a:defRPr>
      </a:lvl3pPr>
      <a:lvl4pPr marL="685800" algn="l" defTabSz="457200" rtl="0" eaLnBrk="1" latinLnBrk="0" hangingPunct="1">
        <a:defRPr sz="900" kern="1200">
          <a:solidFill>
            <a:schemeClr val="tx1"/>
          </a:solidFill>
          <a:latin typeface="+mn-lt"/>
          <a:ea typeface="+mn-ea"/>
          <a:cs typeface="+mn-cs"/>
        </a:defRPr>
      </a:lvl4pPr>
      <a:lvl5pPr marL="914400" algn="l" defTabSz="457200" rtl="0" eaLnBrk="1" latinLnBrk="0" hangingPunct="1">
        <a:defRPr sz="900" kern="1200">
          <a:solidFill>
            <a:schemeClr val="tx1"/>
          </a:solidFill>
          <a:latin typeface="+mn-lt"/>
          <a:ea typeface="+mn-ea"/>
          <a:cs typeface="+mn-cs"/>
        </a:defRPr>
      </a:lvl5pPr>
      <a:lvl6pPr marL="1143000" algn="l" defTabSz="457200" rtl="0" eaLnBrk="1" latinLnBrk="0" hangingPunct="1">
        <a:defRPr sz="900" kern="1200">
          <a:solidFill>
            <a:schemeClr val="tx1"/>
          </a:solidFill>
          <a:latin typeface="+mn-lt"/>
          <a:ea typeface="+mn-ea"/>
          <a:cs typeface="+mn-cs"/>
        </a:defRPr>
      </a:lvl6pPr>
      <a:lvl7pPr marL="1371600" algn="l" defTabSz="457200" rtl="0" eaLnBrk="1" latinLnBrk="0" hangingPunct="1">
        <a:defRPr sz="900" kern="1200">
          <a:solidFill>
            <a:schemeClr val="tx1"/>
          </a:solidFill>
          <a:latin typeface="+mn-lt"/>
          <a:ea typeface="+mn-ea"/>
          <a:cs typeface="+mn-cs"/>
        </a:defRPr>
      </a:lvl7pPr>
      <a:lvl8pPr marL="1600200" algn="l" defTabSz="457200" rtl="0" eaLnBrk="1" latinLnBrk="0" hangingPunct="1">
        <a:defRPr sz="900" kern="1200">
          <a:solidFill>
            <a:schemeClr val="tx1"/>
          </a:solidFill>
          <a:latin typeface="+mn-lt"/>
          <a:ea typeface="+mn-ea"/>
          <a:cs typeface="+mn-cs"/>
        </a:defRPr>
      </a:lvl8pPr>
      <a:lvl9pPr marL="1828800" algn="l" defTabSz="457200" rtl="0" eaLnBrk="1" latinLnBrk="0" hangingPunct="1">
        <a:defRPr sz="9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8600" y="183092"/>
            <a:ext cx="4114800" cy="762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228600" y="1066800"/>
            <a:ext cx="4114800" cy="3017309"/>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228600" y="4237567"/>
            <a:ext cx="1066800" cy="243417"/>
          </a:xfrm>
          <a:prstGeom prst="rect">
            <a:avLst/>
          </a:prstGeom>
        </p:spPr>
        <p:txBody>
          <a:bodyPr vert="horz" lIns="91440" tIns="45720" rIns="91440" bIns="45720" rtlCol="0" anchor="ctr"/>
          <a:lstStyle>
            <a:lvl1pPr algn="l">
              <a:defRPr sz="600">
                <a:solidFill>
                  <a:schemeClr val="tx1">
                    <a:tint val="75000"/>
                  </a:schemeClr>
                </a:solidFill>
              </a:defRPr>
            </a:lvl1pPr>
          </a:lstStyle>
          <a:p>
            <a:fld id="{1D8BD707-D9CF-40AE-B4C6-C98DA3205C09}" type="datetimeFigureOut">
              <a:rPr lang="en-US" smtClean="0">
                <a:solidFill>
                  <a:prstClr val="black">
                    <a:tint val="75000"/>
                  </a:prstClr>
                </a:solidFill>
              </a:rPr>
              <a:pPr/>
              <a:t>1/4/2026</a:t>
            </a:fld>
            <a:endParaRPr lang="en-US">
              <a:solidFill>
                <a:prstClr val="black">
                  <a:tint val="75000"/>
                </a:prstClr>
              </a:solidFill>
            </a:endParaRPr>
          </a:p>
        </p:txBody>
      </p:sp>
      <p:sp>
        <p:nvSpPr>
          <p:cNvPr id="5" name="Footer Placeholder 4"/>
          <p:cNvSpPr>
            <a:spLocks noGrp="1"/>
          </p:cNvSpPr>
          <p:nvPr>
            <p:ph type="ftr" sz="quarter" idx="3"/>
          </p:nvPr>
        </p:nvSpPr>
        <p:spPr>
          <a:xfrm>
            <a:off x="1562100" y="4237567"/>
            <a:ext cx="1447800" cy="243417"/>
          </a:xfrm>
          <a:prstGeom prst="rect">
            <a:avLst/>
          </a:prstGeom>
        </p:spPr>
        <p:txBody>
          <a:bodyPr vert="horz" lIns="91440" tIns="45720" rIns="91440" bIns="45720" rtlCol="0" anchor="ctr"/>
          <a:lstStyle>
            <a:lvl1pPr algn="ctr">
              <a:defRPr sz="6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3276600" y="4237567"/>
            <a:ext cx="1066800" cy="243417"/>
          </a:xfrm>
          <a:prstGeom prst="rect">
            <a:avLst/>
          </a:prstGeom>
        </p:spPr>
        <p:txBody>
          <a:bodyPr vert="horz" lIns="91440" tIns="45720" rIns="91440" bIns="45720" rtlCol="0" anchor="ctr"/>
          <a:lstStyle>
            <a:lvl1pPr algn="r">
              <a:defRPr sz="600">
                <a:solidFill>
                  <a:schemeClr val="tx1">
                    <a:tint val="75000"/>
                  </a:schemeClr>
                </a:solidFill>
              </a:defRPr>
            </a:lvl1p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49538545"/>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ctr" defTabSz="457200" rtl="0" eaLnBrk="1" latinLnBrk="0" hangingPunct="1">
        <a:spcBef>
          <a:spcPct val="0"/>
        </a:spcBef>
        <a:buNone/>
        <a:defRPr sz="2200" kern="1200">
          <a:solidFill>
            <a:schemeClr val="tx1"/>
          </a:solidFill>
          <a:latin typeface="+mj-lt"/>
          <a:ea typeface="+mj-ea"/>
          <a:cs typeface="+mj-cs"/>
        </a:defRPr>
      </a:lvl1pPr>
    </p:titleStyle>
    <p:bodyStyle>
      <a:lvl1pPr marL="171450" indent="-171450" algn="l" defTabSz="457200" rtl="0" eaLnBrk="1" latinLnBrk="0" hangingPunct="1">
        <a:spcBef>
          <a:spcPct val="20000"/>
        </a:spcBef>
        <a:buFont typeface="Arial" pitchFamily="34" charset="0"/>
        <a:buChar char="•"/>
        <a:defRPr sz="1600" kern="1200">
          <a:solidFill>
            <a:schemeClr val="tx1"/>
          </a:solidFill>
          <a:latin typeface="+mn-lt"/>
          <a:ea typeface="+mn-ea"/>
          <a:cs typeface="+mn-cs"/>
        </a:defRPr>
      </a:lvl1pPr>
      <a:lvl2pPr marL="371475" indent="-142875" algn="l" defTabSz="457200" rtl="0" eaLnBrk="1" latinLnBrk="0" hangingPunct="1">
        <a:spcBef>
          <a:spcPct val="20000"/>
        </a:spcBef>
        <a:buFont typeface="Arial" pitchFamily="34" charset="0"/>
        <a:buChar char="–"/>
        <a:defRPr sz="1400" kern="1200">
          <a:solidFill>
            <a:schemeClr val="tx1"/>
          </a:solidFill>
          <a:latin typeface="+mn-lt"/>
          <a:ea typeface="+mn-ea"/>
          <a:cs typeface="+mn-cs"/>
        </a:defRPr>
      </a:lvl2pPr>
      <a:lvl3pPr marL="571500" indent="-114300" algn="l" defTabSz="457200" rtl="0" eaLnBrk="1" latinLnBrk="0" hangingPunct="1">
        <a:spcBef>
          <a:spcPct val="20000"/>
        </a:spcBef>
        <a:buFont typeface="Arial" pitchFamily="34" charset="0"/>
        <a:buChar char="•"/>
        <a:defRPr sz="1200" kern="1200">
          <a:solidFill>
            <a:schemeClr val="tx1"/>
          </a:solidFill>
          <a:latin typeface="+mn-lt"/>
          <a:ea typeface="+mn-ea"/>
          <a:cs typeface="+mn-cs"/>
        </a:defRPr>
      </a:lvl3pPr>
      <a:lvl4pPr marL="8001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4pPr>
      <a:lvl5pPr marL="10287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5pPr>
      <a:lvl6pPr marL="12573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6pPr>
      <a:lvl7pPr marL="14859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7pPr>
      <a:lvl8pPr marL="17145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8pPr>
      <a:lvl9pPr marL="19431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9pPr>
    </p:bodyStyle>
    <p:otherStyle>
      <a:defPPr>
        <a:defRPr lang="en-US"/>
      </a:defPPr>
      <a:lvl1pPr marL="0" algn="l" defTabSz="457200" rtl="0" eaLnBrk="1" latinLnBrk="0" hangingPunct="1">
        <a:defRPr sz="900" kern="1200">
          <a:solidFill>
            <a:schemeClr val="tx1"/>
          </a:solidFill>
          <a:latin typeface="+mn-lt"/>
          <a:ea typeface="+mn-ea"/>
          <a:cs typeface="+mn-cs"/>
        </a:defRPr>
      </a:lvl1pPr>
      <a:lvl2pPr marL="228600" algn="l" defTabSz="457200" rtl="0" eaLnBrk="1" latinLnBrk="0" hangingPunct="1">
        <a:defRPr sz="900" kern="1200">
          <a:solidFill>
            <a:schemeClr val="tx1"/>
          </a:solidFill>
          <a:latin typeface="+mn-lt"/>
          <a:ea typeface="+mn-ea"/>
          <a:cs typeface="+mn-cs"/>
        </a:defRPr>
      </a:lvl2pPr>
      <a:lvl3pPr marL="457200" algn="l" defTabSz="457200" rtl="0" eaLnBrk="1" latinLnBrk="0" hangingPunct="1">
        <a:defRPr sz="900" kern="1200">
          <a:solidFill>
            <a:schemeClr val="tx1"/>
          </a:solidFill>
          <a:latin typeface="+mn-lt"/>
          <a:ea typeface="+mn-ea"/>
          <a:cs typeface="+mn-cs"/>
        </a:defRPr>
      </a:lvl3pPr>
      <a:lvl4pPr marL="685800" algn="l" defTabSz="457200" rtl="0" eaLnBrk="1" latinLnBrk="0" hangingPunct="1">
        <a:defRPr sz="900" kern="1200">
          <a:solidFill>
            <a:schemeClr val="tx1"/>
          </a:solidFill>
          <a:latin typeface="+mn-lt"/>
          <a:ea typeface="+mn-ea"/>
          <a:cs typeface="+mn-cs"/>
        </a:defRPr>
      </a:lvl4pPr>
      <a:lvl5pPr marL="914400" algn="l" defTabSz="457200" rtl="0" eaLnBrk="1" latinLnBrk="0" hangingPunct="1">
        <a:defRPr sz="900" kern="1200">
          <a:solidFill>
            <a:schemeClr val="tx1"/>
          </a:solidFill>
          <a:latin typeface="+mn-lt"/>
          <a:ea typeface="+mn-ea"/>
          <a:cs typeface="+mn-cs"/>
        </a:defRPr>
      </a:lvl5pPr>
      <a:lvl6pPr marL="1143000" algn="l" defTabSz="457200" rtl="0" eaLnBrk="1" latinLnBrk="0" hangingPunct="1">
        <a:defRPr sz="900" kern="1200">
          <a:solidFill>
            <a:schemeClr val="tx1"/>
          </a:solidFill>
          <a:latin typeface="+mn-lt"/>
          <a:ea typeface="+mn-ea"/>
          <a:cs typeface="+mn-cs"/>
        </a:defRPr>
      </a:lvl6pPr>
      <a:lvl7pPr marL="1371600" algn="l" defTabSz="457200" rtl="0" eaLnBrk="1" latinLnBrk="0" hangingPunct="1">
        <a:defRPr sz="900" kern="1200">
          <a:solidFill>
            <a:schemeClr val="tx1"/>
          </a:solidFill>
          <a:latin typeface="+mn-lt"/>
          <a:ea typeface="+mn-ea"/>
          <a:cs typeface="+mn-cs"/>
        </a:defRPr>
      </a:lvl7pPr>
      <a:lvl8pPr marL="1600200" algn="l" defTabSz="457200" rtl="0" eaLnBrk="1" latinLnBrk="0" hangingPunct="1">
        <a:defRPr sz="900" kern="1200">
          <a:solidFill>
            <a:schemeClr val="tx1"/>
          </a:solidFill>
          <a:latin typeface="+mn-lt"/>
          <a:ea typeface="+mn-ea"/>
          <a:cs typeface="+mn-cs"/>
        </a:defRPr>
      </a:lvl8pPr>
      <a:lvl9pPr marL="18288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2.png"/><Relationship Id="rId7"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8.xml"/><Relationship Id="rId6" Type="http://schemas.openxmlformats.org/officeDocument/2006/relationships/image" Target="../media/image7.sv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9.xml"/><Relationship Id="rId6" Type="http://schemas.openxmlformats.org/officeDocument/2006/relationships/image" Target="../media/image15.svg"/><Relationship Id="rId5" Type="http://schemas.openxmlformats.org/officeDocument/2006/relationships/image" Target="../media/image5.png"/><Relationship Id="rId4" Type="http://schemas.openxmlformats.org/officeDocument/2006/relationships/image" Target="../media/image13.sv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40.xml"/><Relationship Id="rId6" Type="http://schemas.openxmlformats.org/officeDocument/2006/relationships/image" Target="../media/image15.svg"/><Relationship Id="rId5" Type="http://schemas.openxmlformats.org/officeDocument/2006/relationships/image" Target="../media/image5.png"/><Relationship Id="rId4" Type="http://schemas.openxmlformats.org/officeDocument/2006/relationships/image" Target="../media/image13.sv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40.xml"/><Relationship Id="rId6" Type="http://schemas.openxmlformats.org/officeDocument/2006/relationships/image" Target="../media/image15.svg"/><Relationship Id="rId5" Type="http://schemas.openxmlformats.org/officeDocument/2006/relationships/image" Target="../media/image5.png"/><Relationship Id="rId4" Type="http://schemas.openxmlformats.org/officeDocument/2006/relationships/image" Target="../media/image13.sv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40.xml"/><Relationship Id="rId6" Type="http://schemas.openxmlformats.org/officeDocument/2006/relationships/image" Target="../media/image15.svg"/><Relationship Id="rId5" Type="http://schemas.openxmlformats.org/officeDocument/2006/relationships/image" Target="../media/image5.png"/><Relationship Id="rId4" Type="http://schemas.openxmlformats.org/officeDocument/2006/relationships/image" Target="../media/image13.sv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40.xml"/><Relationship Id="rId6" Type="http://schemas.openxmlformats.org/officeDocument/2006/relationships/image" Target="../media/image15.svg"/><Relationship Id="rId5" Type="http://schemas.openxmlformats.org/officeDocument/2006/relationships/image" Target="../media/image5.png"/><Relationship Id="rId4" Type="http://schemas.openxmlformats.org/officeDocument/2006/relationships/image" Target="../media/image13.sv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40.xml"/><Relationship Id="rId6" Type="http://schemas.openxmlformats.org/officeDocument/2006/relationships/image" Target="../media/image15.svg"/><Relationship Id="rId5" Type="http://schemas.openxmlformats.org/officeDocument/2006/relationships/image" Target="../media/image5.png"/><Relationship Id="rId4" Type="http://schemas.openxmlformats.org/officeDocument/2006/relationships/image" Target="../media/image13.sv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40.xml"/><Relationship Id="rId6" Type="http://schemas.openxmlformats.org/officeDocument/2006/relationships/image" Target="../media/image15.svg"/><Relationship Id="rId5" Type="http://schemas.openxmlformats.org/officeDocument/2006/relationships/image" Target="../media/image5.png"/><Relationship Id="rId4" Type="http://schemas.openxmlformats.org/officeDocument/2006/relationships/image" Target="../media/image13.svg"/></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40.xml"/><Relationship Id="rId6" Type="http://schemas.openxmlformats.org/officeDocument/2006/relationships/image" Target="../media/image15.svg"/><Relationship Id="rId5" Type="http://schemas.openxmlformats.org/officeDocument/2006/relationships/image" Target="../media/image5.png"/><Relationship Id="rId4" Type="http://schemas.openxmlformats.org/officeDocument/2006/relationships/image" Target="../media/image13.sv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40.xml"/><Relationship Id="rId6" Type="http://schemas.openxmlformats.org/officeDocument/2006/relationships/image" Target="../media/image15.svg"/><Relationship Id="rId5" Type="http://schemas.openxmlformats.org/officeDocument/2006/relationships/image" Target="../media/image5.png"/><Relationship Id="rId4" Type="http://schemas.openxmlformats.org/officeDocument/2006/relationships/image" Target="../media/image13.svg"/></Relationships>
</file>

<file path=ppt/slides/_rels/slide1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40.xml"/><Relationship Id="rId6" Type="http://schemas.openxmlformats.org/officeDocument/2006/relationships/image" Target="../media/image15.svg"/><Relationship Id="rId5" Type="http://schemas.openxmlformats.org/officeDocument/2006/relationships/image" Target="../media/image5.png"/><Relationship Id="rId4" Type="http://schemas.openxmlformats.org/officeDocument/2006/relationships/image" Target="../media/image13.svg"/></Relationships>
</file>

<file path=ppt/slides/_rels/slide1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40.xml"/><Relationship Id="rId6" Type="http://schemas.openxmlformats.org/officeDocument/2006/relationships/image" Target="../media/image15.svg"/><Relationship Id="rId5" Type="http://schemas.openxmlformats.org/officeDocument/2006/relationships/image" Target="../media/image5.png"/><Relationship Id="rId4" Type="http://schemas.openxmlformats.org/officeDocument/2006/relationships/image" Target="../media/image13.svg"/></Relationships>
</file>

<file path=ppt/slides/_rels/slide1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40.xml"/><Relationship Id="rId6" Type="http://schemas.openxmlformats.org/officeDocument/2006/relationships/image" Target="../media/image15.svg"/><Relationship Id="rId5" Type="http://schemas.openxmlformats.org/officeDocument/2006/relationships/image" Target="../media/image5.png"/><Relationship Id="rId4" Type="http://schemas.openxmlformats.org/officeDocument/2006/relationships/image" Target="../media/image13.svg"/></Relationships>
</file>

<file path=ppt/slides/_rels/slide1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40.xml"/><Relationship Id="rId6" Type="http://schemas.openxmlformats.org/officeDocument/2006/relationships/image" Target="../media/image15.svg"/><Relationship Id="rId5" Type="http://schemas.openxmlformats.org/officeDocument/2006/relationships/image" Target="../media/image5.png"/><Relationship Id="rId4" Type="http://schemas.openxmlformats.org/officeDocument/2006/relationships/image" Target="../media/image13.svg"/></Relationships>
</file>

<file path=ppt/slides/_rels/slide1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40.xml"/><Relationship Id="rId6" Type="http://schemas.openxmlformats.org/officeDocument/2006/relationships/image" Target="../media/image15.svg"/><Relationship Id="rId5" Type="http://schemas.openxmlformats.org/officeDocument/2006/relationships/image" Target="../media/image5.png"/><Relationship Id="rId4" Type="http://schemas.openxmlformats.org/officeDocument/2006/relationships/image" Target="../media/image13.svg"/></Relationships>
</file>

<file path=ppt/slides/_rels/slide1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40.xml"/><Relationship Id="rId6" Type="http://schemas.openxmlformats.org/officeDocument/2006/relationships/image" Target="../media/image15.svg"/><Relationship Id="rId5" Type="http://schemas.openxmlformats.org/officeDocument/2006/relationships/image" Target="../media/image5.png"/><Relationship Id="rId4" Type="http://schemas.openxmlformats.org/officeDocument/2006/relationships/image" Target="../media/image13.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9.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4.png"/><Relationship Id="rId7" Type="http://schemas.openxmlformats.org/officeDocument/2006/relationships/image" Target="../media/image5.svg"/><Relationship Id="rId2" Type="http://schemas.openxmlformats.org/officeDocument/2006/relationships/notesSlide" Target="../notesSlides/notesSlide18.xml"/><Relationship Id="rId1" Type="http://schemas.openxmlformats.org/officeDocument/2006/relationships/slideLayout" Target="../slideLayouts/slideLayout6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2.svg"/><Relationship Id="rId9" Type="http://schemas.openxmlformats.org/officeDocument/2006/relationships/image" Target="../media/image7.sv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pic>
        <p:nvPicPr>
          <p:cNvPr id="13" name="Picture 2" descr="D:\logo-tro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938" y="115888"/>
            <a:ext cx="1773237" cy="177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13"/>
          <p:cNvSpPr/>
          <p:nvPr/>
        </p:nvSpPr>
        <p:spPr>
          <a:xfrm>
            <a:off x="1895582" y="609600"/>
            <a:ext cx="7239000" cy="584775"/>
          </a:xfrm>
          <a:prstGeom prst="rect">
            <a:avLst/>
          </a:prstGeom>
        </p:spPr>
        <p:txBody>
          <a:bodyPr wrap="square">
            <a:spAutoFit/>
          </a:bodyPr>
          <a:lstStyle/>
          <a:p>
            <a:pPr algn="ctr">
              <a:defRPr/>
            </a:pPr>
            <a:r>
              <a:rPr lang="en-US" sz="3200" b="1" smtClean="0">
                <a:ln w="12700">
                  <a:solidFill>
                    <a:schemeClr val="tx1"/>
                  </a:solidFill>
                  <a:prstDash val="solid"/>
                </a:ln>
                <a:effectLst>
                  <a:outerShdw blurRad="41275" dist="20320" dir="1800000" algn="tl" rotWithShape="0">
                    <a:srgbClr val="000000">
                      <a:alpha val="40000"/>
                    </a:srgbClr>
                  </a:outerShdw>
                </a:effectLst>
                <a:latin typeface="Arial" panose="020B0604020202020204" pitchFamily="34" charset="0"/>
                <a:cs typeface="Arial" panose="020B0604020202020204" pitchFamily="34" charset="0"/>
              </a:rPr>
              <a:t>TRƯỜNG </a:t>
            </a:r>
            <a:r>
              <a:rPr lang="en-US" sz="3200" b="1">
                <a:ln w="12700">
                  <a:solidFill>
                    <a:schemeClr val="tx1"/>
                  </a:solidFill>
                  <a:prstDash val="solid"/>
                </a:ln>
                <a:effectLst>
                  <a:outerShdw blurRad="41275" dist="20320" dir="1800000" algn="tl" rotWithShape="0">
                    <a:srgbClr val="000000">
                      <a:alpha val="40000"/>
                    </a:srgbClr>
                  </a:outerShdw>
                </a:effectLst>
                <a:latin typeface="Arial" panose="020B0604020202020204" pitchFamily="34" charset="0"/>
                <a:cs typeface="Arial" panose="020B0604020202020204" pitchFamily="34" charset="0"/>
              </a:rPr>
              <a:t>KỸ THUẬT &amp; CÔNG NGHỆ</a:t>
            </a:r>
            <a:endParaRPr lang="en-US" sz="3200" b="1" dirty="0">
              <a:ln w="12700">
                <a:solidFill>
                  <a:schemeClr val="tx1"/>
                </a:solidFill>
                <a:prstDash val="solid"/>
              </a:ln>
              <a:effectLst>
                <a:outerShdw blurRad="41275" dist="20320" dir="1800000" algn="tl" rotWithShape="0">
                  <a:srgbClr val="000000">
                    <a:alpha val="40000"/>
                  </a:srgbClr>
                </a:outerShdw>
              </a:effectLst>
              <a:latin typeface="Arial" panose="020B0604020202020204" pitchFamily="34" charset="0"/>
              <a:cs typeface="Arial" panose="020B0604020202020204" pitchFamily="34" charset="0"/>
            </a:endParaRPr>
          </a:p>
        </p:txBody>
      </p:sp>
      <p:sp>
        <p:nvSpPr>
          <p:cNvPr id="15" name="Rectangle 14"/>
          <p:cNvSpPr/>
          <p:nvPr/>
        </p:nvSpPr>
        <p:spPr>
          <a:xfrm>
            <a:off x="-75961" y="1986677"/>
            <a:ext cx="9296400" cy="2585323"/>
          </a:xfrm>
          <a:prstGeom prst="rect">
            <a:avLst/>
          </a:prstGeom>
        </p:spPr>
        <p:txBody>
          <a:bodyPr wrap="square">
            <a:spAutoFit/>
          </a:bodyPr>
          <a:lstStyle/>
          <a:p>
            <a:pPr algn="ctr">
              <a:lnSpc>
                <a:spcPct val="150000"/>
              </a:lnSpc>
              <a:spcBef>
                <a:spcPct val="0"/>
              </a:spcBef>
            </a:pPr>
            <a:r>
              <a:rPr lang="en-US" sz="3600" b="1">
                <a:solidFill>
                  <a:srgbClr val="000000"/>
                </a:solidFill>
                <a:latin typeface="Arial" panose="020B0604020202020204" pitchFamily="34" charset="0"/>
                <a:ea typeface="Red Hat Display Bold"/>
                <a:cs typeface="Arial" panose="020B0604020202020204" pitchFamily="34" charset="0"/>
                <a:sym typeface="Red Hat Display Bold"/>
              </a:rPr>
              <a:t>THIẾT KẾ WEBSITE </a:t>
            </a:r>
          </a:p>
          <a:p>
            <a:pPr algn="ctr">
              <a:lnSpc>
                <a:spcPct val="150000"/>
              </a:lnSpc>
              <a:spcBef>
                <a:spcPct val="0"/>
              </a:spcBef>
            </a:pPr>
            <a:r>
              <a:rPr lang="en-US" sz="3600" b="1">
                <a:solidFill>
                  <a:srgbClr val="000000"/>
                </a:solidFill>
                <a:latin typeface="Arial" panose="020B0604020202020204" pitchFamily="34" charset="0"/>
                <a:ea typeface="Red Hat Display Bold"/>
                <a:cs typeface="Arial" panose="020B0604020202020204" pitchFamily="34" charset="0"/>
                <a:sym typeface="Red Hat Display Bold"/>
              </a:rPr>
              <a:t>QUẢN LÝ THƯ VIỆN – TRƯỜNG ĐẠI HỌC TRÀ VINH</a:t>
            </a:r>
          </a:p>
        </p:txBody>
      </p:sp>
      <p:sp>
        <p:nvSpPr>
          <p:cNvPr id="16" name="TextBox 15">
            <a:extLst>
              <a:ext uri="{FF2B5EF4-FFF2-40B4-BE49-F238E27FC236}">
                <a16:creationId xmlns:a16="http://schemas.microsoft.com/office/drawing/2014/main" xmlns="" id="{DF6A0A79-ED68-B4C4-0053-23441154D8A6}"/>
              </a:ext>
            </a:extLst>
          </p:cNvPr>
          <p:cNvSpPr txBox="1">
            <a:spLocks noChangeArrowheads="1"/>
          </p:cNvSpPr>
          <p:nvPr/>
        </p:nvSpPr>
        <p:spPr bwMode="auto">
          <a:xfrm>
            <a:off x="381000" y="4829450"/>
            <a:ext cx="6553200" cy="129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 typeface="Arial" panose="020B0604020202020204" pitchFamily="34" charset="0"/>
              <a:buNone/>
            </a:pPr>
            <a:endParaRPr lang="en-GB" altLang="en-US" sz="2600" dirty="0">
              <a:solidFill>
                <a:prstClr val="black"/>
              </a:solidFill>
              <a:latin typeface="Times New Roman" panose="02020603050405020304" pitchFamily="18" charset="0"/>
              <a:cs typeface="Times New Roman" panose="02020603050405020304" pitchFamily="18" charset="0"/>
              <a:sym typeface="+mn-ea"/>
            </a:endParaRPr>
          </a:p>
          <a:p>
            <a:pPr>
              <a:spcBef>
                <a:spcPct val="0"/>
              </a:spcBef>
              <a:buFont typeface="Arial" panose="020B0604020202020204" pitchFamily="34" charset="0"/>
              <a:buNone/>
            </a:pPr>
            <a:r>
              <a:rPr lang="en-GB" altLang="en-US" sz="2600" b="1" smtClean="0">
                <a:solidFill>
                  <a:prstClr val="black"/>
                </a:solidFill>
                <a:latin typeface="Arial" panose="020B0604020202020204" pitchFamily="34" charset="0"/>
                <a:cs typeface="Arial" panose="020B0604020202020204" pitchFamily="34" charset="0"/>
                <a:sym typeface="+mn-ea"/>
              </a:rPr>
              <a:t>GVHD</a:t>
            </a:r>
            <a:r>
              <a:rPr lang="en-GB" altLang="en-US" sz="2600" smtClean="0">
                <a:solidFill>
                  <a:prstClr val="black"/>
                </a:solidFill>
                <a:latin typeface="Arial" panose="020B0604020202020204" pitchFamily="34" charset="0"/>
                <a:cs typeface="Arial" panose="020B0604020202020204" pitchFamily="34" charset="0"/>
                <a:sym typeface="+mn-ea"/>
              </a:rPr>
              <a:t>: TS.ĐOÀN PHƯỚC MIỀN</a:t>
            </a:r>
            <a:endParaRPr lang="en-GB" altLang="en-US" sz="2600" dirty="0">
              <a:solidFill>
                <a:prstClr val="black"/>
              </a:solidFill>
              <a:latin typeface="Arial" panose="020B0604020202020204" pitchFamily="34" charset="0"/>
              <a:cs typeface="Arial" panose="020B0604020202020204" pitchFamily="34" charset="0"/>
              <a:sym typeface="+mn-ea"/>
            </a:endParaRPr>
          </a:p>
          <a:p>
            <a:pPr>
              <a:spcBef>
                <a:spcPct val="0"/>
              </a:spcBef>
              <a:buFont typeface="Arial" panose="020B0604020202020204" pitchFamily="34" charset="0"/>
              <a:buNone/>
            </a:pPr>
            <a:r>
              <a:rPr lang="en-GB" altLang="en-US" sz="2600" b="1">
                <a:solidFill>
                  <a:prstClr val="black"/>
                </a:solidFill>
                <a:latin typeface="Arial" panose="020B0604020202020204" pitchFamily="34" charset="0"/>
                <a:cs typeface="Arial" panose="020B0604020202020204" pitchFamily="34" charset="0"/>
                <a:sym typeface="+mn-ea"/>
              </a:rPr>
              <a:t>SVTH</a:t>
            </a:r>
            <a:r>
              <a:rPr lang="en-GB" altLang="en-US" sz="2600" smtClean="0">
                <a:solidFill>
                  <a:prstClr val="black"/>
                </a:solidFill>
                <a:latin typeface="Arial" panose="020B0604020202020204" pitchFamily="34" charset="0"/>
                <a:cs typeface="Arial" panose="020B0604020202020204" pitchFamily="34" charset="0"/>
                <a:sym typeface="+mn-ea"/>
              </a:rPr>
              <a:t>: THẠCH NGUYỄN QUẾ ANH</a:t>
            </a:r>
            <a:endParaRPr lang="en-GB" altLang="en-US" sz="2600" dirty="0">
              <a:solidFill>
                <a:prstClr val="black"/>
              </a:solidFill>
              <a:latin typeface="Arial" panose="020B0604020202020204" pitchFamily="34" charset="0"/>
              <a:cs typeface="Arial" panose="020B0604020202020204" pitchFamily="34" charset="0"/>
              <a:sym typeface="+mn-ea"/>
            </a:endParaRPr>
          </a:p>
        </p:txBody>
      </p:sp>
    </p:spTree>
    <p:extLst>
      <p:ext uri="{BB962C8B-B14F-4D97-AF65-F5344CB8AC3E}">
        <p14:creationId xmlns:p14="http://schemas.microsoft.com/office/powerpoint/2010/main" val="372365179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sp>
        <p:nvSpPr>
          <p:cNvPr id="13" name="Freeform 13"/>
          <p:cNvSpPr/>
          <p:nvPr/>
        </p:nvSpPr>
        <p:spPr>
          <a:xfrm rot="-10321493">
            <a:off x="208238" y="-694831"/>
            <a:ext cx="2210098" cy="2057400"/>
          </a:xfrm>
          <a:custGeom>
            <a:avLst/>
            <a:gdLst/>
            <a:ahLst/>
            <a:cxnLst/>
            <a:rect l="l" t="t" r="r" b="b"/>
            <a:pathLst>
              <a:path w="4420195" h="4114800">
                <a:moveTo>
                  <a:pt x="0" y="0"/>
                </a:moveTo>
                <a:lnTo>
                  <a:pt x="4420195" y="0"/>
                </a:lnTo>
                <a:lnTo>
                  <a:pt x="4420195" y="4114800"/>
                </a:lnTo>
                <a:lnTo>
                  <a:pt x="0" y="4114800"/>
                </a:lnTo>
                <a:lnTo>
                  <a:pt x="0" y="0"/>
                </a:lnTo>
                <a:close/>
              </a:path>
            </a:pathLst>
          </a:custGeom>
          <a:blipFill>
            <a:blip r:embed="rId3">
              <a:alphaModFix amt="46000"/>
              <a:extLst>
                <a:ext uri="{96DAC541-7B7A-43D3-8B79-37D633B846F1}">
                  <asvg:svgBlip xmlns="" xmlns:asvg="http://schemas.microsoft.com/office/drawing/2016/SVG/main" r:embed="rId6"/>
                </a:ext>
              </a:extLst>
            </a:blip>
            <a:stretch>
              <a:fillRect/>
            </a:stretch>
          </a:blipFill>
        </p:spPr>
      </p:sp>
      <p:sp>
        <p:nvSpPr>
          <p:cNvPr id="14" name="Freeform 14"/>
          <p:cNvSpPr/>
          <p:nvPr/>
        </p:nvSpPr>
        <p:spPr>
          <a:xfrm rot="-10321493">
            <a:off x="4592064" y="5876431"/>
            <a:ext cx="2210098" cy="2057400"/>
          </a:xfrm>
          <a:custGeom>
            <a:avLst/>
            <a:gdLst/>
            <a:ahLst/>
            <a:cxnLst/>
            <a:rect l="l" t="t" r="r" b="b"/>
            <a:pathLst>
              <a:path w="4420195" h="4114800">
                <a:moveTo>
                  <a:pt x="0" y="0"/>
                </a:moveTo>
                <a:lnTo>
                  <a:pt x="4420196" y="0"/>
                </a:lnTo>
                <a:lnTo>
                  <a:pt x="4420196" y="4114800"/>
                </a:lnTo>
                <a:lnTo>
                  <a:pt x="0" y="4114800"/>
                </a:lnTo>
                <a:lnTo>
                  <a:pt x="0" y="0"/>
                </a:lnTo>
                <a:close/>
              </a:path>
            </a:pathLst>
          </a:custGeom>
          <a:blipFill>
            <a:blip r:embed="rId3">
              <a:alphaModFix amt="46000"/>
              <a:extLst>
                <a:ext uri="{96DAC541-7B7A-43D3-8B79-37D633B846F1}">
                  <asvg:svgBlip xmlns="" xmlns:asvg="http://schemas.microsoft.com/office/drawing/2016/SVG/main" r:embed="rId6"/>
                </a:ext>
              </a:extLst>
            </a:blip>
            <a:stretch>
              <a:fillRect/>
            </a:stretch>
          </a:blipFill>
        </p:spPr>
      </p:sp>
      <p:sp>
        <p:nvSpPr>
          <p:cNvPr id="15" name="Title 1">
            <a:extLst>
              <a:ext uri="{FF2B5EF4-FFF2-40B4-BE49-F238E27FC236}">
                <a16:creationId xmlns:a16="http://schemas.microsoft.com/office/drawing/2014/main" xmlns="" id="{66BCE3D2-FDE9-4B57-CE99-59D035F48826}"/>
              </a:ext>
            </a:extLst>
          </p:cNvPr>
          <p:cNvSpPr txBox="1">
            <a:spLocks/>
          </p:cNvSpPr>
          <p:nvPr/>
        </p:nvSpPr>
        <p:spPr>
          <a:xfrm>
            <a:off x="588835" y="676563"/>
            <a:ext cx="8271130" cy="695037"/>
          </a:xfrm>
          <a:prstGeom prst="rect">
            <a:avLst/>
          </a:prstGeom>
        </p:spPr>
        <p:txBody>
          <a:bodyPr>
            <a:noAutofit/>
          </a:bodyPr>
          <a:lstStyle>
            <a:lvl1pPr algn="ctr" defTabSz="457200" rtl="0" eaLnBrk="1" latinLnBrk="0" hangingPunct="1">
              <a:spcBef>
                <a:spcPct val="0"/>
              </a:spcBef>
              <a:buNone/>
              <a:defRPr sz="2200" kern="1200">
                <a:solidFill>
                  <a:schemeClr val="tx1"/>
                </a:solidFill>
                <a:latin typeface="+mj-lt"/>
                <a:ea typeface="+mj-ea"/>
                <a:cs typeface="+mj-cs"/>
              </a:defRPr>
            </a:lvl1pPr>
          </a:lstStyle>
          <a:p>
            <a:r>
              <a:rPr lang="en-US" sz="4000" b="1" smtClean="0">
                <a:latin typeface="Arial" panose="020B0604020202020204" pitchFamily="34" charset="0"/>
                <a:cs typeface="Arial" panose="020B0604020202020204" pitchFamily="34" charset="0"/>
              </a:rPr>
              <a:t>NỘI DUNG TRÌNH BÀY</a:t>
            </a:r>
            <a:endParaRPr lang="en-US" sz="4000" b="1" dirty="0">
              <a:latin typeface="Arial" panose="020B0604020202020204" pitchFamily="34" charset="0"/>
              <a:cs typeface="Arial" panose="020B0604020202020204" pitchFamily="34" charset="0"/>
            </a:endParaRPr>
          </a:p>
        </p:txBody>
      </p:sp>
      <p:sp>
        <p:nvSpPr>
          <p:cNvPr id="19" name="Rectangle 18"/>
          <p:cNvSpPr/>
          <p:nvPr/>
        </p:nvSpPr>
        <p:spPr>
          <a:xfrm>
            <a:off x="588835" y="1431334"/>
            <a:ext cx="7967213" cy="4144661"/>
          </a:xfrm>
          <a:prstGeom prst="rect">
            <a:avLst/>
          </a:prstGeom>
        </p:spPr>
        <p:txBody>
          <a:bodyPr wrap="square">
            <a:spAutoFit/>
          </a:bodyPr>
          <a:lstStyle/>
          <a:p>
            <a:pPr marL="514350" indent="-514350" algn="just">
              <a:lnSpc>
                <a:spcPct val="150000"/>
              </a:lnSpc>
              <a:buAutoNum type="arabicPeriod"/>
            </a:pPr>
            <a:r>
              <a:rPr lang="en-US" sz="3600" smtClean="0">
                <a:solidFill>
                  <a:srgbClr val="000000"/>
                </a:solidFill>
                <a:latin typeface="Arial" panose="020B0604020202020204" pitchFamily="34" charset="0"/>
                <a:ea typeface="Inter"/>
                <a:cs typeface="Arial" panose="020B0604020202020204" pitchFamily="34" charset="0"/>
                <a:sym typeface="Inter"/>
              </a:rPr>
              <a:t>Tổng </a:t>
            </a:r>
            <a:r>
              <a:rPr lang="en-US" sz="3600">
                <a:solidFill>
                  <a:srgbClr val="000000"/>
                </a:solidFill>
                <a:latin typeface="Arial" panose="020B0604020202020204" pitchFamily="34" charset="0"/>
                <a:ea typeface="Inter"/>
                <a:cs typeface="Arial" panose="020B0604020202020204" pitchFamily="34" charset="0"/>
                <a:sym typeface="Inter"/>
              </a:rPr>
              <a:t>quan về đề </a:t>
            </a:r>
            <a:r>
              <a:rPr lang="en-US" sz="3600" smtClean="0">
                <a:solidFill>
                  <a:srgbClr val="000000"/>
                </a:solidFill>
                <a:latin typeface="Arial" panose="020B0604020202020204" pitchFamily="34" charset="0"/>
                <a:ea typeface="Inter"/>
                <a:cs typeface="Arial" panose="020B0604020202020204" pitchFamily="34" charset="0"/>
                <a:sym typeface="Inter"/>
              </a:rPr>
              <a:t>tài</a:t>
            </a:r>
          </a:p>
          <a:p>
            <a:pPr marL="514350" indent="-514350" algn="just">
              <a:lnSpc>
                <a:spcPct val="150000"/>
              </a:lnSpc>
              <a:buFontTx/>
              <a:buAutoNum type="arabicPeriod"/>
            </a:pPr>
            <a:r>
              <a:rPr lang="en-US" sz="3600">
                <a:solidFill>
                  <a:srgbClr val="000000"/>
                </a:solidFill>
                <a:latin typeface="Arial" panose="020B0604020202020204" pitchFamily="34" charset="0"/>
                <a:ea typeface="Inter"/>
                <a:cs typeface="Arial" panose="020B0604020202020204" pitchFamily="34" charset="0"/>
                <a:sym typeface="Inter"/>
              </a:rPr>
              <a:t>Cơ sở lý </a:t>
            </a:r>
            <a:r>
              <a:rPr lang="en-US" sz="3600" smtClean="0">
                <a:solidFill>
                  <a:srgbClr val="000000"/>
                </a:solidFill>
                <a:latin typeface="Arial" panose="020B0604020202020204" pitchFamily="34" charset="0"/>
                <a:ea typeface="Inter"/>
                <a:cs typeface="Arial" panose="020B0604020202020204" pitchFamily="34" charset="0"/>
                <a:sym typeface="Inter"/>
              </a:rPr>
              <a:t>thuyết</a:t>
            </a:r>
          </a:p>
          <a:p>
            <a:pPr marL="514350" indent="-514350" algn="just">
              <a:lnSpc>
                <a:spcPct val="150000"/>
              </a:lnSpc>
              <a:buFontTx/>
              <a:buAutoNum type="arabicPeriod"/>
            </a:pPr>
            <a:r>
              <a:rPr lang="en-US" sz="3600" smtClean="0">
                <a:solidFill>
                  <a:srgbClr val="000000"/>
                </a:solidFill>
                <a:latin typeface="Arial" panose="020B0604020202020204" pitchFamily="34" charset="0"/>
                <a:ea typeface="Inter"/>
                <a:cs typeface="Arial" panose="020B0604020202020204" pitchFamily="34" charset="0"/>
                <a:sym typeface="Inter"/>
              </a:rPr>
              <a:t>Phân tích và thiết kế hệ thống</a:t>
            </a:r>
          </a:p>
          <a:p>
            <a:pPr marL="514350" indent="-514350" algn="just">
              <a:lnSpc>
                <a:spcPct val="150000"/>
              </a:lnSpc>
              <a:buFontTx/>
              <a:buAutoNum type="arabicPeriod"/>
            </a:pPr>
            <a:r>
              <a:rPr lang="en-US" sz="3600" smtClean="0">
                <a:solidFill>
                  <a:srgbClr val="000000"/>
                </a:solidFill>
                <a:latin typeface="Arial" panose="020B0604020202020204" pitchFamily="34" charset="0"/>
                <a:ea typeface="Inter"/>
                <a:cs typeface="Arial" panose="020B0604020202020204" pitchFamily="34" charset="0"/>
                <a:sym typeface="Inter"/>
              </a:rPr>
              <a:t>Nội dung thực hiện</a:t>
            </a:r>
          </a:p>
          <a:p>
            <a:pPr marL="514350" indent="-514350" algn="just">
              <a:lnSpc>
                <a:spcPct val="150000"/>
              </a:lnSpc>
              <a:buFontTx/>
              <a:buAutoNum type="arabicPeriod"/>
            </a:pPr>
            <a:r>
              <a:rPr lang="en-US" sz="3600" smtClean="0">
                <a:solidFill>
                  <a:srgbClr val="000000"/>
                </a:solidFill>
                <a:latin typeface="Arial" panose="020B0604020202020204" pitchFamily="34" charset="0"/>
                <a:ea typeface="Inter"/>
                <a:cs typeface="Arial" panose="020B0604020202020204" pitchFamily="34" charset="0"/>
                <a:sym typeface="Inter"/>
              </a:rPr>
              <a:t>Tổng kết</a:t>
            </a:r>
          </a:p>
        </p:txBody>
      </p:sp>
      <p:sp>
        <p:nvSpPr>
          <p:cNvPr id="34" name="TextBox 4"/>
          <p:cNvSpPr txBox="1"/>
          <p:nvPr/>
        </p:nvSpPr>
        <p:spPr>
          <a:xfrm>
            <a:off x="7162800" y="6158284"/>
            <a:ext cx="1393249" cy="371897"/>
          </a:xfrm>
          <a:prstGeom prst="rect">
            <a:avLst/>
          </a:prstGeom>
        </p:spPr>
        <p:txBody>
          <a:bodyPr lIns="0" tIns="0" rIns="0" bIns="0" rtlCol="0" anchor="t">
            <a:spAutoFit/>
          </a:bodyPr>
          <a:lstStyle/>
          <a:p>
            <a:pPr algn="r">
              <a:lnSpc>
                <a:spcPts val="2940"/>
              </a:lnSpc>
              <a:spcBef>
                <a:spcPct val="0"/>
              </a:spcBef>
            </a:pPr>
            <a:r>
              <a:rPr lang="en-US" sz="2100" b="1">
                <a:solidFill>
                  <a:srgbClr val="000000"/>
                </a:solidFill>
                <a:latin typeface="Arial" panose="020B0604020202020204" pitchFamily="34" charset="0"/>
                <a:ea typeface="Inter Medium"/>
                <a:cs typeface="Arial" panose="020B0604020202020204" pitchFamily="34" charset="0"/>
                <a:sym typeface="Inter Medium"/>
              </a:rPr>
              <a:t>PAGE 02</a:t>
            </a:r>
          </a:p>
        </p:txBody>
      </p:sp>
      <p:sp>
        <p:nvSpPr>
          <p:cNvPr id="40" name="Freeform 2"/>
          <p:cNvSpPr/>
          <p:nvPr/>
        </p:nvSpPr>
        <p:spPr>
          <a:xfrm>
            <a:off x="6948487" y="1274267"/>
            <a:ext cx="3352800" cy="4023438"/>
          </a:xfrm>
          <a:custGeom>
            <a:avLst/>
            <a:gdLst/>
            <a:ahLst/>
            <a:cxnLst/>
            <a:rect l="l" t="t" r="r" b="b"/>
            <a:pathLst>
              <a:path w="7131854" h="9334888">
                <a:moveTo>
                  <a:pt x="0" y="0"/>
                </a:moveTo>
                <a:lnTo>
                  <a:pt x="7131854" y="0"/>
                </a:lnTo>
                <a:lnTo>
                  <a:pt x="7131854" y="9334888"/>
                </a:lnTo>
                <a:lnTo>
                  <a:pt x="0" y="9334888"/>
                </a:lnTo>
                <a:lnTo>
                  <a:pt x="0" y="0"/>
                </a:lnTo>
                <a:close/>
              </a:path>
            </a:pathLst>
          </a:custGeom>
          <a:blipFill>
            <a:blip r:embed="rId7">
              <a:extLst>
                <a:ext uri="{96DAC541-7B7A-43D3-8B79-37D633B846F1}">
                  <asvg:svgBlip xmlns="" xmlns:asvg="http://schemas.microsoft.com/office/drawing/2016/SVG/main" r:embed="rId8"/>
                </a:ext>
              </a:extLst>
            </a:blip>
            <a:stretch>
              <a:fillRect/>
            </a:stretch>
          </a:blipFill>
        </p:spPr>
      </p:sp>
    </p:spTree>
    <p:extLst>
      <p:ext uri="{BB962C8B-B14F-4D97-AF65-F5344CB8AC3E}">
        <p14:creationId xmlns:p14="http://schemas.microsoft.com/office/powerpoint/2010/main" val="164451488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sp>
        <p:nvSpPr>
          <p:cNvPr id="9" name="Freeform 9"/>
          <p:cNvSpPr/>
          <p:nvPr/>
        </p:nvSpPr>
        <p:spPr>
          <a:xfrm>
            <a:off x="-1039443" y="342900"/>
            <a:ext cx="2031215" cy="2057400"/>
          </a:xfrm>
          <a:custGeom>
            <a:avLst/>
            <a:gdLst/>
            <a:ahLst/>
            <a:cxnLst/>
            <a:rect l="l" t="t" r="r" b="b"/>
            <a:pathLst>
              <a:path w="4062430" h="4114800">
                <a:moveTo>
                  <a:pt x="0" y="0"/>
                </a:moveTo>
                <a:lnTo>
                  <a:pt x="4062430" y="0"/>
                </a:lnTo>
                <a:lnTo>
                  <a:pt x="4062430" y="4114800"/>
                </a:lnTo>
                <a:lnTo>
                  <a:pt x="0" y="4114800"/>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10" name="Freeform 10"/>
          <p:cNvSpPr/>
          <p:nvPr/>
        </p:nvSpPr>
        <p:spPr>
          <a:xfrm>
            <a:off x="-381000" y="5602556"/>
            <a:ext cx="2290628" cy="2057400"/>
          </a:xfrm>
          <a:custGeom>
            <a:avLst/>
            <a:gdLst/>
            <a:ahLst/>
            <a:cxnLst/>
            <a:rect l="l" t="t" r="r" b="b"/>
            <a:pathLst>
              <a:path w="4581255" h="4114800">
                <a:moveTo>
                  <a:pt x="0" y="0"/>
                </a:moveTo>
                <a:lnTo>
                  <a:pt x="4581255" y="0"/>
                </a:lnTo>
                <a:lnTo>
                  <a:pt x="4581255" y="4114800"/>
                </a:lnTo>
                <a:lnTo>
                  <a:pt x="0" y="4114800"/>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14" name="Freeform 14"/>
          <p:cNvSpPr/>
          <p:nvPr/>
        </p:nvSpPr>
        <p:spPr>
          <a:xfrm flipH="1" flipV="1">
            <a:off x="6553200" y="987956"/>
            <a:ext cx="3573639" cy="1996771"/>
          </a:xfrm>
          <a:custGeom>
            <a:avLst/>
            <a:gdLst/>
            <a:ahLst/>
            <a:cxnLst/>
            <a:rect l="l" t="t" r="r" b="b"/>
            <a:pathLst>
              <a:path w="7147278" h="3993541">
                <a:moveTo>
                  <a:pt x="7147278" y="3993542"/>
                </a:moveTo>
                <a:lnTo>
                  <a:pt x="0" y="3993542"/>
                </a:lnTo>
                <a:lnTo>
                  <a:pt x="0" y="0"/>
                </a:lnTo>
                <a:lnTo>
                  <a:pt x="7147278" y="0"/>
                </a:lnTo>
                <a:lnTo>
                  <a:pt x="7147278" y="3993542"/>
                </a:lnTo>
                <a:close/>
              </a:path>
            </a:pathLst>
          </a:custGeom>
          <a:blipFill>
            <a:blip r:embed="rId7"/>
            <a:stretch>
              <a:fillRect/>
            </a:stretch>
          </a:blipFill>
        </p:spPr>
      </p:sp>
      <p:sp>
        <p:nvSpPr>
          <p:cNvPr id="15" name="Title 1"/>
          <p:cNvSpPr txBox="1">
            <a:spLocks/>
          </p:cNvSpPr>
          <p:nvPr/>
        </p:nvSpPr>
        <p:spPr>
          <a:xfrm>
            <a:off x="228600" y="461771"/>
            <a:ext cx="8271130" cy="1470025"/>
          </a:xfrm>
          <a:prstGeom prst="rect">
            <a:avLst/>
          </a:prstGeom>
        </p:spPr>
        <p:txBody>
          <a:bodyPr>
            <a:noAutofit/>
          </a:bodyPr>
          <a:lstStyle>
            <a:lvl1pPr algn="ctr" defTabSz="457200" rtl="0" eaLnBrk="1" latinLnBrk="0" hangingPunct="1">
              <a:spcBef>
                <a:spcPct val="0"/>
              </a:spcBef>
              <a:buNone/>
              <a:defRPr sz="2200" kern="1200">
                <a:solidFill>
                  <a:schemeClr val="tx1"/>
                </a:solidFill>
                <a:latin typeface="+mj-lt"/>
                <a:ea typeface="+mj-ea"/>
                <a:cs typeface="+mj-cs"/>
              </a:defRPr>
            </a:lvl1pPr>
          </a:lstStyle>
          <a:p>
            <a:r>
              <a:rPr lang="en-US" sz="3200" b="1" smtClean="0">
                <a:latin typeface="Arial" panose="020B0604020202020204" pitchFamily="34" charset="0"/>
                <a:cs typeface="Arial" panose="020B0604020202020204" pitchFamily="34" charset="0"/>
              </a:rPr>
              <a:t>TỔNG QUAN VỀ ĐỀ TÀI</a:t>
            </a:r>
            <a:endParaRPr lang="en-US" sz="3200" b="1" dirty="0">
              <a:latin typeface="Arial" panose="020B0604020202020204" pitchFamily="34" charset="0"/>
              <a:cs typeface="Arial" panose="020B0604020202020204" pitchFamily="34" charset="0"/>
            </a:endParaRPr>
          </a:p>
        </p:txBody>
      </p:sp>
      <p:sp>
        <p:nvSpPr>
          <p:cNvPr id="16" name="Rectangle 15"/>
          <p:cNvSpPr/>
          <p:nvPr/>
        </p:nvSpPr>
        <p:spPr>
          <a:xfrm>
            <a:off x="991772" y="1939368"/>
            <a:ext cx="7824787" cy="3655616"/>
          </a:xfrm>
          <a:prstGeom prst="rect">
            <a:avLst/>
          </a:prstGeom>
        </p:spPr>
        <p:txBody>
          <a:bodyPr wrap="square">
            <a:spAutoFit/>
          </a:bodyPr>
          <a:lstStyle/>
          <a:p>
            <a:pPr algn="just">
              <a:lnSpc>
                <a:spcPct val="200000"/>
              </a:lnSpc>
            </a:pPr>
            <a:r>
              <a:rPr lang="en-US" sz="2800" b="1">
                <a:solidFill>
                  <a:srgbClr val="000000"/>
                </a:solidFill>
                <a:latin typeface="Arial" panose="020B0604020202020204" pitchFamily="34" charset="0"/>
                <a:ea typeface="Inter Bold"/>
                <a:cs typeface="Arial" panose="020B0604020202020204" pitchFamily="34" charset="0"/>
                <a:sym typeface="Inter Bold"/>
              </a:rPr>
              <a:t>Lý do chọn đề </a:t>
            </a:r>
            <a:r>
              <a:rPr lang="en-US" sz="2800" b="1" smtClean="0">
                <a:solidFill>
                  <a:srgbClr val="000000"/>
                </a:solidFill>
                <a:latin typeface="Arial" panose="020B0604020202020204" pitchFamily="34" charset="0"/>
                <a:ea typeface="Inter Bold"/>
                <a:cs typeface="Arial" panose="020B0604020202020204" pitchFamily="34" charset="0"/>
                <a:sym typeface="Inter Bold"/>
              </a:rPr>
              <a:t>tài</a:t>
            </a:r>
          </a:p>
          <a:p>
            <a:pPr algn="just">
              <a:lnSpc>
                <a:spcPct val="200000"/>
              </a:lnSpc>
            </a:pPr>
            <a:r>
              <a:rPr lang="vi-VN" sz="2400"/>
              <a:t>Công tác quản lý mượn – trả tại Thư viện Trường Đại học Trà Vinh còn thủ công, dễ sai sót, do đó cần ứng dụng công nghệ thông tin để nâng cao hiệu quả quản lý.</a:t>
            </a:r>
          </a:p>
          <a:p>
            <a:pPr algn="just">
              <a:lnSpc>
                <a:spcPct val="150000"/>
              </a:lnSpc>
            </a:pPr>
            <a:endParaRPr lang="en-US" sz="2400">
              <a:solidFill>
                <a:srgbClr val="000000"/>
              </a:solidFill>
              <a:latin typeface="Arial" panose="020B0604020202020204" pitchFamily="34" charset="0"/>
              <a:ea typeface="Inter Bold"/>
              <a:cs typeface="Arial" panose="020B0604020202020204" pitchFamily="34" charset="0"/>
              <a:sym typeface="Inter Bold"/>
            </a:endParaRPr>
          </a:p>
        </p:txBody>
      </p:sp>
      <p:sp>
        <p:nvSpPr>
          <p:cNvPr id="17" name="TextBox 4"/>
          <p:cNvSpPr txBox="1"/>
          <p:nvPr/>
        </p:nvSpPr>
        <p:spPr>
          <a:xfrm>
            <a:off x="7162800" y="6158284"/>
            <a:ext cx="1393249" cy="340221"/>
          </a:xfrm>
          <a:prstGeom prst="rect">
            <a:avLst/>
          </a:prstGeom>
        </p:spPr>
        <p:txBody>
          <a:bodyPr lIns="0" tIns="0" rIns="0" bIns="0" rtlCol="0" anchor="t">
            <a:spAutoFit/>
          </a:bodyPr>
          <a:lstStyle/>
          <a:p>
            <a:pPr algn="r">
              <a:lnSpc>
                <a:spcPts val="2940"/>
              </a:lnSpc>
              <a:spcBef>
                <a:spcPct val="0"/>
              </a:spcBef>
            </a:pPr>
            <a:r>
              <a:rPr lang="en-US" sz="2100" b="1">
                <a:solidFill>
                  <a:srgbClr val="000000"/>
                </a:solidFill>
                <a:latin typeface="Arial" panose="020B0604020202020204" pitchFamily="34" charset="0"/>
                <a:ea typeface="Inter Medium"/>
                <a:cs typeface="Arial" panose="020B0604020202020204" pitchFamily="34" charset="0"/>
                <a:sym typeface="Inter Medium"/>
              </a:rPr>
              <a:t>PAGE </a:t>
            </a:r>
            <a:r>
              <a:rPr lang="en-US" sz="2100" b="1" smtClean="0">
                <a:solidFill>
                  <a:srgbClr val="000000"/>
                </a:solidFill>
                <a:latin typeface="Arial" panose="020B0604020202020204" pitchFamily="34" charset="0"/>
                <a:ea typeface="Inter Medium"/>
                <a:cs typeface="Arial" panose="020B0604020202020204" pitchFamily="34" charset="0"/>
                <a:sym typeface="Inter Medium"/>
              </a:rPr>
              <a:t>03</a:t>
            </a:r>
            <a:endParaRPr lang="en-US" sz="2100" b="1">
              <a:solidFill>
                <a:srgbClr val="000000"/>
              </a:solidFill>
              <a:latin typeface="Arial" panose="020B0604020202020204" pitchFamily="34" charset="0"/>
              <a:ea typeface="Inter Medium"/>
              <a:cs typeface="Arial" panose="020B0604020202020204" pitchFamily="34" charset="0"/>
              <a:sym typeface="Inter Medium"/>
            </a:endParaRPr>
          </a:p>
        </p:txBody>
      </p:sp>
    </p:spTree>
    <p:extLst>
      <p:ext uri="{BB962C8B-B14F-4D97-AF65-F5344CB8AC3E}">
        <p14:creationId xmlns:p14="http://schemas.microsoft.com/office/powerpoint/2010/main" val="270030085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sp>
        <p:nvSpPr>
          <p:cNvPr id="10" name="Freeform 10"/>
          <p:cNvSpPr/>
          <p:nvPr/>
        </p:nvSpPr>
        <p:spPr>
          <a:xfrm>
            <a:off x="-1039443" y="0"/>
            <a:ext cx="2031215" cy="2057400"/>
          </a:xfrm>
          <a:custGeom>
            <a:avLst/>
            <a:gdLst/>
            <a:ahLst/>
            <a:cxnLst/>
            <a:rect l="l" t="t" r="r" b="b"/>
            <a:pathLst>
              <a:path w="4062430" h="4114800">
                <a:moveTo>
                  <a:pt x="0" y="0"/>
                </a:moveTo>
                <a:lnTo>
                  <a:pt x="4062430" y="0"/>
                </a:lnTo>
                <a:lnTo>
                  <a:pt x="4062430" y="4114800"/>
                </a:lnTo>
                <a:lnTo>
                  <a:pt x="0" y="4114800"/>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11" name="Freeform 11"/>
          <p:cNvSpPr/>
          <p:nvPr/>
        </p:nvSpPr>
        <p:spPr>
          <a:xfrm>
            <a:off x="-414355" y="5638800"/>
            <a:ext cx="2290628" cy="2057400"/>
          </a:xfrm>
          <a:custGeom>
            <a:avLst/>
            <a:gdLst/>
            <a:ahLst/>
            <a:cxnLst/>
            <a:rect l="l" t="t" r="r" b="b"/>
            <a:pathLst>
              <a:path w="4581255" h="4114800">
                <a:moveTo>
                  <a:pt x="0" y="0"/>
                </a:moveTo>
                <a:lnTo>
                  <a:pt x="4581255" y="0"/>
                </a:lnTo>
                <a:lnTo>
                  <a:pt x="4581255" y="4114800"/>
                </a:lnTo>
                <a:lnTo>
                  <a:pt x="0" y="4114800"/>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14" name="Freeform 14"/>
          <p:cNvSpPr/>
          <p:nvPr/>
        </p:nvSpPr>
        <p:spPr>
          <a:xfrm flipH="1" flipV="1">
            <a:off x="6477000" y="457199"/>
            <a:ext cx="3573639" cy="1996771"/>
          </a:xfrm>
          <a:custGeom>
            <a:avLst/>
            <a:gdLst/>
            <a:ahLst/>
            <a:cxnLst/>
            <a:rect l="l" t="t" r="r" b="b"/>
            <a:pathLst>
              <a:path w="7147278" h="3993541">
                <a:moveTo>
                  <a:pt x="7147278" y="3993542"/>
                </a:moveTo>
                <a:lnTo>
                  <a:pt x="0" y="3993542"/>
                </a:lnTo>
                <a:lnTo>
                  <a:pt x="0" y="0"/>
                </a:lnTo>
                <a:lnTo>
                  <a:pt x="7147278" y="0"/>
                </a:lnTo>
                <a:lnTo>
                  <a:pt x="7147278" y="3993542"/>
                </a:lnTo>
                <a:close/>
              </a:path>
            </a:pathLst>
          </a:custGeom>
          <a:blipFill>
            <a:blip r:embed="rId7"/>
            <a:stretch>
              <a:fillRect/>
            </a:stretch>
          </a:blipFill>
        </p:spPr>
      </p:sp>
      <p:sp>
        <p:nvSpPr>
          <p:cNvPr id="16" name="Rectangle 15"/>
          <p:cNvSpPr/>
          <p:nvPr/>
        </p:nvSpPr>
        <p:spPr>
          <a:xfrm>
            <a:off x="994341" y="1455585"/>
            <a:ext cx="7893170" cy="4524315"/>
          </a:xfrm>
          <a:prstGeom prst="rect">
            <a:avLst/>
          </a:prstGeom>
        </p:spPr>
        <p:txBody>
          <a:bodyPr wrap="square">
            <a:spAutoFit/>
          </a:bodyPr>
          <a:lstStyle/>
          <a:p>
            <a:pPr algn="just">
              <a:lnSpc>
                <a:spcPct val="150000"/>
              </a:lnSpc>
            </a:pPr>
            <a:r>
              <a:rPr lang="en-US" sz="2400" b="1">
                <a:solidFill>
                  <a:srgbClr val="000000"/>
                </a:solidFill>
                <a:latin typeface="Arial" panose="020B0604020202020204" pitchFamily="34" charset="0"/>
                <a:ea typeface="Inter Bold"/>
                <a:cs typeface="Arial" panose="020B0604020202020204" pitchFamily="34" charset="0"/>
                <a:sym typeface="Inter Bold"/>
              </a:rPr>
              <a:t>Mục tiêu của đề tài</a:t>
            </a:r>
          </a:p>
          <a:p>
            <a:pPr marL="342900" indent="-342900">
              <a:lnSpc>
                <a:spcPct val="150000"/>
              </a:lnSpc>
              <a:buFont typeface="Arial" panose="020B0604020202020204" pitchFamily="34" charset="0"/>
              <a:buChar char="•"/>
            </a:pPr>
            <a:r>
              <a:rPr lang="vi-VN" sz="2400"/>
              <a:t>Xây dựng website quản lý thư viện phục vụ công tác quản lý sách và mượn – trả.</a:t>
            </a:r>
          </a:p>
          <a:p>
            <a:pPr marL="342900" indent="-342900">
              <a:lnSpc>
                <a:spcPct val="150000"/>
              </a:lnSpc>
              <a:buFont typeface="Arial" panose="020B0604020202020204" pitchFamily="34" charset="0"/>
              <a:buChar char="•"/>
            </a:pPr>
            <a:r>
              <a:rPr lang="vi-VN" sz="2400"/>
              <a:t>Nâng cao hiệu quả quản lý, giảm sai sót và tiết kiệm thời gian vận hành.</a:t>
            </a:r>
          </a:p>
          <a:p>
            <a:pPr marL="342900" indent="-342900">
              <a:lnSpc>
                <a:spcPct val="150000"/>
              </a:lnSpc>
              <a:buFont typeface="Arial" panose="020B0604020202020204" pitchFamily="34" charset="0"/>
              <a:buChar char="•"/>
            </a:pPr>
            <a:r>
              <a:rPr lang="vi-VN" sz="2400"/>
              <a:t>Hỗ trợ tra cứu sách nhanh chóng, thuận tiện cho người đọc.</a:t>
            </a:r>
          </a:p>
          <a:p>
            <a:pPr algn="just">
              <a:lnSpc>
                <a:spcPct val="150000"/>
              </a:lnSpc>
            </a:pPr>
            <a:endParaRPr lang="en-US" sz="2400">
              <a:solidFill>
                <a:srgbClr val="000000"/>
              </a:solidFill>
              <a:latin typeface="Arial" panose="020B0604020202020204" pitchFamily="34" charset="0"/>
              <a:ea typeface="Inter"/>
              <a:cs typeface="Arial" panose="020B0604020202020204" pitchFamily="34" charset="0"/>
              <a:sym typeface="Inter"/>
            </a:endParaRPr>
          </a:p>
        </p:txBody>
      </p:sp>
      <p:sp>
        <p:nvSpPr>
          <p:cNvPr id="18" name="TextBox 4"/>
          <p:cNvSpPr txBox="1"/>
          <p:nvPr/>
        </p:nvSpPr>
        <p:spPr>
          <a:xfrm>
            <a:off x="7162800" y="6158284"/>
            <a:ext cx="1393249" cy="340221"/>
          </a:xfrm>
          <a:prstGeom prst="rect">
            <a:avLst/>
          </a:prstGeom>
        </p:spPr>
        <p:txBody>
          <a:bodyPr lIns="0" tIns="0" rIns="0" bIns="0" rtlCol="0" anchor="t">
            <a:spAutoFit/>
          </a:bodyPr>
          <a:lstStyle/>
          <a:p>
            <a:pPr algn="r">
              <a:lnSpc>
                <a:spcPts val="2940"/>
              </a:lnSpc>
              <a:spcBef>
                <a:spcPct val="0"/>
              </a:spcBef>
            </a:pPr>
            <a:r>
              <a:rPr lang="en-US" sz="2100" b="1">
                <a:solidFill>
                  <a:srgbClr val="000000"/>
                </a:solidFill>
                <a:latin typeface="Arial" panose="020B0604020202020204" pitchFamily="34" charset="0"/>
                <a:ea typeface="Inter Medium"/>
                <a:cs typeface="Arial" panose="020B0604020202020204" pitchFamily="34" charset="0"/>
                <a:sym typeface="Inter Medium"/>
              </a:rPr>
              <a:t>PAGE </a:t>
            </a:r>
            <a:r>
              <a:rPr lang="en-US" sz="2100" b="1" smtClean="0">
                <a:solidFill>
                  <a:srgbClr val="000000"/>
                </a:solidFill>
                <a:latin typeface="Arial" panose="020B0604020202020204" pitchFamily="34" charset="0"/>
                <a:ea typeface="Inter Medium"/>
                <a:cs typeface="Arial" panose="020B0604020202020204" pitchFamily="34" charset="0"/>
                <a:sym typeface="Inter Medium"/>
              </a:rPr>
              <a:t>04</a:t>
            </a:r>
            <a:endParaRPr lang="en-US" sz="2100" b="1">
              <a:solidFill>
                <a:srgbClr val="000000"/>
              </a:solidFill>
              <a:latin typeface="Arial" panose="020B0604020202020204" pitchFamily="34" charset="0"/>
              <a:ea typeface="Inter Medium"/>
              <a:cs typeface="Arial" panose="020B0604020202020204" pitchFamily="34" charset="0"/>
              <a:sym typeface="Inter Medium"/>
            </a:endParaRPr>
          </a:p>
        </p:txBody>
      </p:sp>
    </p:spTree>
    <p:extLst>
      <p:ext uri="{BB962C8B-B14F-4D97-AF65-F5344CB8AC3E}">
        <p14:creationId xmlns:p14="http://schemas.microsoft.com/office/powerpoint/2010/main" val="117184882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sp>
        <p:nvSpPr>
          <p:cNvPr id="10" name="Freeform 10"/>
          <p:cNvSpPr/>
          <p:nvPr/>
        </p:nvSpPr>
        <p:spPr>
          <a:xfrm>
            <a:off x="-1039443" y="152400"/>
            <a:ext cx="1572843" cy="1640357"/>
          </a:xfrm>
          <a:custGeom>
            <a:avLst/>
            <a:gdLst/>
            <a:ahLst/>
            <a:cxnLst/>
            <a:rect l="l" t="t" r="r" b="b"/>
            <a:pathLst>
              <a:path w="4062430" h="4114800">
                <a:moveTo>
                  <a:pt x="0" y="0"/>
                </a:moveTo>
                <a:lnTo>
                  <a:pt x="4062430" y="0"/>
                </a:lnTo>
                <a:lnTo>
                  <a:pt x="4062430" y="4114800"/>
                </a:lnTo>
                <a:lnTo>
                  <a:pt x="0" y="4114800"/>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11" name="Freeform 11"/>
          <p:cNvSpPr/>
          <p:nvPr/>
        </p:nvSpPr>
        <p:spPr>
          <a:xfrm>
            <a:off x="-414355" y="5638800"/>
            <a:ext cx="2290628" cy="2057400"/>
          </a:xfrm>
          <a:custGeom>
            <a:avLst/>
            <a:gdLst/>
            <a:ahLst/>
            <a:cxnLst/>
            <a:rect l="l" t="t" r="r" b="b"/>
            <a:pathLst>
              <a:path w="4581255" h="4114800">
                <a:moveTo>
                  <a:pt x="0" y="0"/>
                </a:moveTo>
                <a:lnTo>
                  <a:pt x="4581255" y="0"/>
                </a:lnTo>
                <a:lnTo>
                  <a:pt x="4581255" y="4114800"/>
                </a:lnTo>
                <a:lnTo>
                  <a:pt x="0" y="4114800"/>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14" name="Freeform 14"/>
          <p:cNvSpPr/>
          <p:nvPr/>
        </p:nvSpPr>
        <p:spPr>
          <a:xfrm flipH="1" flipV="1">
            <a:off x="6172200" y="304800"/>
            <a:ext cx="3612007" cy="2024564"/>
          </a:xfrm>
          <a:custGeom>
            <a:avLst/>
            <a:gdLst/>
            <a:ahLst/>
            <a:cxnLst/>
            <a:rect l="l" t="t" r="r" b="b"/>
            <a:pathLst>
              <a:path w="7147278" h="3993541">
                <a:moveTo>
                  <a:pt x="7147278" y="3993542"/>
                </a:moveTo>
                <a:lnTo>
                  <a:pt x="0" y="3993542"/>
                </a:lnTo>
                <a:lnTo>
                  <a:pt x="0" y="0"/>
                </a:lnTo>
                <a:lnTo>
                  <a:pt x="7147278" y="0"/>
                </a:lnTo>
                <a:lnTo>
                  <a:pt x="7147278" y="3993542"/>
                </a:lnTo>
                <a:close/>
              </a:path>
            </a:pathLst>
          </a:custGeom>
          <a:blipFill>
            <a:blip r:embed="rId7"/>
            <a:stretch>
              <a:fillRect/>
            </a:stretch>
          </a:blipFill>
        </p:spPr>
      </p:sp>
      <p:sp>
        <p:nvSpPr>
          <p:cNvPr id="18" name="TextBox 4"/>
          <p:cNvSpPr txBox="1"/>
          <p:nvPr/>
        </p:nvSpPr>
        <p:spPr>
          <a:xfrm>
            <a:off x="7162800" y="6158284"/>
            <a:ext cx="1393249" cy="340221"/>
          </a:xfrm>
          <a:prstGeom prst="rect">
            <a:avLst/>
          </a:prstGeom>
        </p:spPr>
        <p:txBody>
          <a:bodyPr lIns="0" tIns="0" rIns="0" bIns="0" rtlCol="0" anchor="t">
            <a:spAutoFit/>
          </a:bodyPr>
          <a:lstStyle/>
          <a:p>
            <a:pPr algn="r">
              <a:lnSpc>
                <a:spcPts val="2940"/>
              </a:lnSpc>
              <a:spcBef>
                <a:spcPct val="0"/>
              </a:spcBef>
            </a:pPr>
            <a:r>
              <a:rPr lang="en-US" sz="2100" b="1">
                <a:solidFill>
                  <a:srgbClr val="000000"/>
                </a:solidFill>
                <a:latin typeface="Arial" panose="020B0604020202020204" pitchFamily="34" charset="0"/>
                <a:ea typeface="Inter Medium"/>
                <a:cs typeface="Arial" panose="020B0604020202020204" pitchFamily="34" charset="0"/>
                <a:sym typeface="Inter Medium"/>
              </a:rPr>
              <a:t>PAGE </a:t>
            </a:r>
            <a:r>
              <a:rPr lang="en-US" sz="2100" b="1" smtClean="0">
                <a:solidFill>
                  <a:srgbClr val="000000"/>
                </a:solidFill>
                <a:latin typeface="Arial" panose="020B0604020202020204" pitchFamily="34" charset="0"/>
                <a:ea typeface="Inter Medium"/>
                <a:cs typeface="Arial" panose="020B0604020202020204" pitchFamily="34" charset="0"/>
                <a:sym typeface="Inter Medium"/>
              </a:rPr>
              <a:t>05</a:t>
            </a:r>
            <a:endParaRPr lang="en-US" sz="2100" b="1">
              <a:solidFill>
                <a:srgbClr val="000000"/>
              </a:solidFill>
              <a:latin typeface="Arial" panose="020B0604020202020204" pitchFamily="34" charset="0"/>
              <a:ea typeface="Inter Medium"/>
              <a:cs typeface="Arial" panose="020B0604020202020204" pitchFamily="34" charset="0"/>
              <a:sym typeface="Inter Medium"/>
            </a:endParaRPr>
          </a:p>
        </p:txBody>
      </p:sp>
      <p:sp>
        <p:nvSpPr>
          <p:cNvPr id="7" name="Rectangle 6"/>
          <p:cNvSpPr/>
          <p:nvPr/>
        </p:nvSpPr>
        <p:spPr>
          <a:xfrm>
            <a:off x="304800" y="1447800"/>
            <a:ext cx="9220200" cy="3170099"/>
          </a:xfrm>
          <a:prstGeom prst="rect">
            <a:avLst/>
          </a:prstGeom>
        </p:spPr>
        <p:txBody>
          <a:bodyPr wrap="square">
            <a:spAutoFit/>
          </a:bodyPr>
          <a:lstStyle/>
          <a:p>
            <a:pPr algn="just">
              <a:lnSpc>
                <a:spcPct val="200000"/>
              </a:lnSpc>
            </a:pPr>
            <a:r>
              <a:rPr lang="en-US" sz="2800" b="1">
                <a:solidFill>
                  <a:srgbClr val="000000"/>
                </a:solidFill>
                <a:latin typeface="Arial" panose="020B0604020202020204" pitchFamily="34" charset="0"/>
                <a:ea typeface="Inter Bold"/>
                <a:cs typeface="Arial" panose="020B0604020202020204" pitchFamily="34" charset="0"/>
                <a:sym typeface="Inter Bold"/>
              </a:rPr>
              <a:t>Giới hạn và phạm vi nghiên cứu</a:t>
            </a:r>
          </a:p>
          <a:p>
            <a:pPr marL="342900" indent="-342900" algn="just">
              <a:lnSpc>
                <a:spcPct val="200000"/>
              </a:lnSpc>
              <a:buFont typeface="Arial" panose="020B0604020202020204" pitchFamily="34" charset="0"/>
              <a:buChar char="•"/>
            </a:pPr>
            <a:r>
              <a:rPr lang="vi-VN" sz="2400" smtClean="0">
                <a:solidFill>
                  <a:srgbClr val="000000"/>
                </a:solidFill>
                <a:ea typeface="Inter"/>
                <a:cs typeface="Arial" panose="020B0604020202020204" pitchFamily="34" charset="0"/>
                <a:sym typeface="Inter"/>
              </a:rPr>
              <a:t>Xây </a:t>
            </a:r>
            <a:r>
              <a:rPr lang="vi-VN" sz="2400">
                <a:solidFill>
                  <a:srgbClr val="000000"/>
                </a:solidFill>
                <a:ea typeface="Inter"/>
                <a:cs typeface="Arial" panose="020B0604020202020204" pitchFamily="34" charset="0"/>
                <a:sym typeface="Inter"/>
              </a:rPr>
              <a:t>dựng website quản lý thư viện phục vụ mượn – </a:t>
            </a:r>
            <a:r>
              <a:rPr lang="vi-VN" sz="2400">
                <a:solidFill>
                  <a:srgbClr val="000000"/>
                </a:solidFill>
                <a:ea typeface="Inter"/>
                <a:cs typeface="Arial" panose="020B0604020202020204" pitchFamily="34" charset="0"/>
                <a:sym typeface="Inter"/>
              </a:rPr>
              <a:t>trả </a:t>
            </a:r>
            <a:r>
              <a:rPr lang="vi-VN" sz="2400" smtClean="0">
                <a:solidFill>
                  <a:srgbClr val="000000"/>
                </a:solidFill>
                <a:ea typeface="Inter"/>
                <a:cs typeface="Arial" panose="020B0604020202020204" pitchFamily="34" charset="0"/>
                <a:sym typeface="Inter"/>
              </a:rPr>
              <a:t>sách.</a:t>
            </a:r>
            <a:endParaRPr lang="en-US" sz="2400" smtClean="0">
              <a:solidFill>
                <a:srgbClr val="000000"/>
              </a:solidFill>
              <a:ea typeface="Inter"/>
              <a:cs typeface="Arial" panose="020B0604020202020204" pitchFamily="34" charset="0"/>
              <a:sym typeface="Inter"/>
            </a:endParaRPr>
          </a:p>
          <a:p>
            <a:pPr marL="342900" indent="-342900" algn="just">
              <a:lnSpc>
                <a:spcPct val="200000"/>
              </a:lnSpc>
              <a:buFont typeface="Arial" panose="020B0604020202020204" pitchFamily="34" charset="0"/>
              <a:buChar char="•"/>
            </a:pPr>
            <a:r>
              <a:rPr lang="vi-VN" sz="2400" smtClean="0">
                <a:solidFill>
                  <a:srgbClr val="000000"/>
                </a:solidFill>
                <a:ea typeface="Inter"/>
                <a:cs typeface="Arial" panose="020B0604020202020204" pitchFamily="34" charset="0"/>
                <a:sym typeface="Inter"/>
              </a:rPr>
              <a:t>Hệ </a:t>
            </a:r>
            <a:r>
              <a:rPr lang="vi-VN" sz="2400">
                <a:solidFill>
                  <a:srgbClr val="000000"/>
                </a:solidFill>
                <a:ea typeface="Inter"/>
                <a:cs typeface="Arial" panose="020B0604020202020204" pitchFamily="34" charset="0"/>
                <a:sym typeface="Inter"/>
              </a:rPr>
              <a:t>thống giới hạn ở các </a:t>
            </a:r>
            <a:r>
              <a:rPr lang="vi-VN" sz="2400">
                <a:solidFill>
                  <a:srgbClr val="000000"/>
                </a:solidFill>
                <a:ea typeface="Inter"/>
                <a:cs typeface="Arial" panose="020B0604020202020204" pitchFamily="34" charset="0"/>
                <a:sym typeface="Inter"/>
              </a:rPr>
              <a:t>chức </a:t>
            </a:r>
            <a:r>
              <a:rPr lang="vi-VN" sz="2400" smtClean="0">
                <a:solidFill>
                  <a:srgbClr val="000000"/>
                </a:solidFill>
                <a:ea typeface="Inter"/>
                <a:cs typeface="Arial" panose="020B0604020202020204" pitchFamily="34" charset="0"/>
                <a:sym typeface="Inter"/>
              </a:rPr>
              <a:t>năng</a:t>
            </a:r>
            <a:r>
              <a:rPr lang="en-US" sz="2400" smtClean="0">
                <a:solidFill>
                  <a:srgbClr val="000000"/>
                </a:solidFill>
                <a:ea typeface="Inter"/>
                <a:cs typeface="Arial" panose="020B0604020202020204" pitchFamily="34" charset="0"/>
                <a:sym typeface="Inter"/>
              </a:rPr>
              <a:t> quản lý</a:t>
            </a:r>
            <a:r>
              <a:rPr lang="vi-VN" sz="2400" smtClean="0">
                <a:solidFill>
                  <a:srgbClr val="000000"/>
                </a:solidFill>
                <a:ea typeface="Inter"/>
                <a:cs typeface="Arial" panose="020B0604020202020204" pitchFamily="34" charset="0"/>
                <a:sym typeface="Inter"/>
              </a:rPr>
              <a:t> </a:t>
            </a:r>
            <a:r>
              <a:rPr lang="vi-VN" sz="2400">
                <a:solidFill>
                  <a:srgbClr val="000000"/>
                </a:solidFill>
                <a:ea typeface="Inter"/>
                <a:cs typeface="Arial" panose="020B0604020202020204" pitchFamily="34" charset="0"/>
                <a:sym typeface="Inter"/>
              </a:rPr>
              <a:t>cơ bản</a:t>
            </a:r>
            <a:r>
              <a:rPr lang="vi-VN" sz="2400" smtClean="0">
                <a:solidFill>
                  <a:srgbClr val="000000"/>
                </a:solidFill>
                <a:ea typeface="Inter"/>
                <a:cs typeface="Arial" panose="020B0604020202020204" pitchFamily="34" charset="0"/>
                <a:sym typeface="Inter"/>
              </a:rPr>
              <a:t>.</a:t>
            </a:r>
            <a:endParaRPr lang="en-US" sz="2400" smtClean="0">
              <a:solidFill>
                <a:srgbClr val="000000"/>
              </a:solidFill>
              <a:ea typeface="Inter"/>
              <a:cs typeface="Arial" panose="020B0604020202020204" pitchFamily="34" charset="0"/>
              <a:sym typeface="Inter"/>
            </a:endParaRPr>
          </a:p>
          <a:p>
            <a:pPr marL="342900" indent="-342900" algn="just">
              <a:lnSpc>
                <a:spcPct val="200000"/>
              </a:lnSpc>
              <a:buFont typeface="Arial" panose="020B0604020202020204" pitchFamily="34" charset="0"/>
              <a:buChar char="•"/>
            </a:pPr>
            <a:r>
              <a:rPr lang="vi-VN" sz="2400" smtClean="0">
                <a:solidFill>
                  <a:srgbClr val="000000"/>
                </a:solidFill>
                <a:ea typeface="Inter"/>
                <a:cs typeface="Arial" panose="020B0604020202020204" pitchFamily="34" charset="0"/>
                <a:sym typeface="Inter"/>
              </a:rPr>
              <a:t>Phục </a:t>
            </a:r>
            <a:r>
              <a:rPr lang="vi-VN" sz="2400">
                <a:solidFill>
                  <a:srgbClr val="000000"/>
                </a:solidFill>
                <a:ea typeface="Inter"/>
                <a:cs typeface="Arial" panose="020B0604020202020204" pitchFamily="34" charset="0"/>
                <a:sym typeface="Inter"/>
              </a:rPr>
              <a:t>vụ học tập, chưa triển khai </a:t>
            </a:r>
            <a:r>
              <a:rPr lang="vi-VN" sz="2400">
                <a:solidFill>
                  <a:srgbClr val="000000"/>
                </a:solidFill>
                <a:ea typeface="Inter"/>
                <a:cs typeface="Arial" panose="020B0604020202020204" pitchFamily="34" charset="0"/>
                <a:sym typeface="Inter"/>
              </a:rPr>
              <a:t>thực </a:t>
            </a:r>
            <a:r>
              <a:rPr lang="vi-VN" sz="2400" smtClean="0">
                <a:solidFill>
                  <a:srgbClr val="000000"/>
                </a:solidFill>
                <a:ea typeface="Inter"/>
                <a:cs typeface="Arial" panose="020B0604020202020204" pitchFamily="34" charset="0"/>
                <a:sym typeface="Inter"/>
              </a:rPr>
              <a:t>tế</a:t>
            </a:r>
            <a:r>
              <a:rPr lang="en-US" sz="2400" smtClean="0">
                <a:solidFill>
                  <a:srgbClr val="000000"/>
                </a:solidFill>
                <a:ea typeface="Inter"/>
                <a:cs typeface="Arial" panose="020B0604020202020204" pitchFamily="34" charset="0"/>
                <a:sym typeface="Inter"/>
              </a:rPr>
              <a:t> </a:t>
            </a:r>
            <a:r>
              <a:rPr lang="vi-VN" sz="2400">
                <a:solidFill>
                  <a:srgbClr val="000000"/>
                </a:solidFill>
                <a:ea typeface="Inter"/>
                <a:cs typeface="Arial" panose="020B0604020202020204" pitchFamily="34" charset="0"/>
                <a:sym typeface="Inter"/>
              </a:rPr>
              <a:t>trong nhà trường</a:t>
            </a:r>
            <a:r>
              <a:rPr lang="vi-VN" sz="2400" smtClean="0">
                <a:solidFill>
                  <a:srgbClr val="000000"/>
                </a:solidFill>
                <a:ea typeface="Inter"/>
                <a:cs typeface="Arial" panose="020B0604020202020204" pitchFamily="34" charset="0"/>
                <a:sym typeface="Inter"/>
              </a:rPr>
              <a:t>.</a:t>
            </a:r>
            <a:endParaRPr lang="en-US" sz="2400">
              <a:solidFill>
                <a:srgbClr val="000000"/>
              </a:solidFill>
              <a:ea typeface="Inter"/>
              <a:cs typeface="Arial" panose="020B0604020202020204" pitchFamily="34" charset="0"/>
              <a:sym typeface="Inter"/>
            </a:endParaRPr>
          </a:p>
        </p:txBody>
      </p:sp>
    </p:spTree>
    <p:extLst>
      <p:ext uri="{BB962C8B-B14F-4D97-AF65-F5344CB8AC3E}">
        <p14:creationId xmlns:p14="http://schemas.microsoft.com/office/powerpoint/2010/main" val="114768553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sp>
        <p:nvSpPr>
          <p:cNvPr id="10" name="Freeform 10"/>
          <p:cNvSpPr/>
          <p:nvPr/>
        </p:nvSpPr>
        <p:spPr>
          <a:xfrm>
            <a:off x="-938822" y="38100"/>
            <a:ext cx="1877643" cy="1752600"/>
          </a:xfrm>
          <a:custGeom>
            <a:avLst/>
            <a:gdLst/>
            <a:ahLst/>
            <a:cxnLst/>
            <a:rect l="l" t="t" r="r" b="b"/>
            <a:pathLst>
              <a:path w="4062430" h="4114800">
                <a:moveTo>
                  <a:pt x="0" y="0"/>
                </a:moveTo>
                <a:lnTo>
                  <a:pt x="4062430" y="0"/>
                </a:lnTo>
                <a:lnTo>
                  <a:pt x="4062430" y="4114800"/>
                </a:lnTo>
                <a:lnTo>
                  <a:pt x="0" y="4114800"/>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11" name="Freeform 11"/>
          <p:cNvSpPr/>
          <p:nvPr/>
        </p:nvSpPr>
        <p:spPr>
          <a:xfrm>
            <a:off x="-414355" y="5638800"/>
            <a:ext cx="2290628" cy="2057400"/>
          </a:xfrm>
          <a:custGeom>
            <a:avLst/>
            <a:gdLst/>
            <a:ahLst/>
            <a:cxnLst/>
            <a:rect l="l" t="t" r="r" b="b"/>
            <a:pathLst>
              <a:path w="4581255" h="4114800">
                <a:moveTo>
                  <a:pt x="0" y="0"/>
                </a:moveTo>
                <a:lnTo>
                  <a:pt x="4581255" y="0"/>
                </a:lnTo>
                <a:lnTo>
                  <a:pt x="4581255" y="4114800"/>
                </a:lnTo>
                <a:lnTo>
                  <a:pt x="0" y="4114800"/>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14" name="Freeform 14"/>
          <p:cNvSpPr/>
          <p:nvPr/>
        </p:nvSpPr>
        <p:spPr>
          <a:xfrm flipH="1" flipV="1">
            <a:off x="6858000" y="778418"/>
            <a:ext cx="3612007" cy="2024564"/>
          </a:xfrm>
          <a:custGeom>
            <a:avLst/>
            <a:gdLst/>
            <a:ahLst/>
            <a:cxnLst/>
            <a:rect l="l" t="t" r="r" b="b"/>
            <a:pathLst>
              <a:path w="7147278" h="3993541">
                <a:moveTo>
                  <a:pt x="7147278" y="3993542"/>
                </a:moveTo>
                <a:lnTo>
                  <a:pt x="0" y="3993542"/>
                </a:lnTo>
                <a:lnTo>
                  <a:pt x="0" y="0"/>
                </a:lnTo>
                <a:lnTo>
                  <a:pt x="7147278" y="0"/>
                </a:lnTo>
                <a:lnTo>
                  <a:pt x="7147278" y="3993542"/>
                </a:lnTo>
                <a:close/>
              </a:path>
            </a:pathLst>
          </a:custGeom>
          <a:blipFill>
            <a:blip r:embed="rId7"/>
            <a:stretch>
              <a:fillRect/>
            </a:stretch>
          </a:blipFill>
        </p:spPr>
      </p:sp>
      <p:sp>
        <p:nvSpPr>
          <p:cNvPr id="18" name="TextBox 4"/>
          <p:cNvSpPr txBox="1"/>
          <p:nvPr/>
        </p:nvSpPr>
        <p:spPr>
          <a:xfrm>
            <a:off x="7162800" y="6158284"/>
            <a:ext cx="1393249" cy="340221"/>
          </a:xfrm>
          <a:prstGeom prst="rect">
            <a:avLst/>
          </a:prstGeom>
        </p:spPr>
        <p:txBody>
          <a:bodyPr lIns="0" tIns="0" rIns="0" bIns="0" rtlCol="0" anchor="t">
            <a:spAutoFit/>
          </a:bodyPr>
          <a:lstStyle/>
          <a:p>
            <a:pPr algn="r">
              <a:lnSpc>
                <a:spcPts val="2940"/>
              </a:lnSpc>
              <a:spcBef>
                <a:spcPct val="0"/>
              </a:spcBef>
            </a:pPr>
            <a:r>
              <a:rPr lang="en-US" sz="2100" b="1">
                <a:solidFill>
                  <a:srgbClr val="000000"/>
                </a:solidFill>
                <a:latin typeface="Arial" panose="020B0604020202020204" pitchFamily="34" charset="0"/>
                <a:ea typeface="Inter Medium"/>
                <a:cs typeface="Arial" panose="020B0604020202020204" pitchFamily="34" charset="0"/>
                <a:sym typeface="Inter Medium"/>
              </a:rPr>
              <a:t>PAGE </a:t>
            </a:r>
            <a:r>
              <a:rPr lang="en-US" sz="2100" b="1" smtClean="0">
                <a:solidFill>
                  <a:srgbClr val="000000"/>
                </a:solidFill>
                <a:latin typeface="Arial" panose="020B0604020202020204" pitchFamily="34" charset="0"/>
                <a:ea typeface="Inter Medium"/>
                <a:cs typeface="Arial" panose="020B0604020202020204" pitchFamily="34" charset="0"/>
                <a:sym typeface="Inter Medium"/>
              </a:rPr>
              <a:t>06</a:t>
            </a:r>
            <a:endParaRPr lang="en-US" sz="2100" b="1">
              <a:solidFill>
                <a:srgbClr val="000000"/>
              </a:solidFill>
              <a:latin typeface="Arial" panose="020B0604020202020204" pitchFamily="34" charset="0"/>
              <a:ea typeface="Inter Medium"/>
              <a:cs typeface="Arial" panose="020B0604020202020204" pitchFamily="34" charset="0"/>
              <a:sym typeface="Inter Medium"/>
            </a:endParaRPr>
          </a:p>
        </p:txBody>
      </p:sp>
      <p:sp>
        <p:nvSpPr>
          <p:cNvPr id="8" name="Title 1"/>
          <p:cNvSpPr txBox="1">
            <a:spLocks/>
          </p:cNvSpPr>
          <p:nvPr/>
        </p:nvSpPr>
        <p:spPr>
          <a:xfrm>
            <a:off x="637320" y="206375"/>
            <a:ext cx="8271130" cy="1470025"/>
          </a:xfrm>
          <a:prstGeom prst="rect">
            <a:avLst/>
          </a:prstGeom>
        </p:spPr>
        <p:txBody>
          <a:bodyPr>
            <a:noAutofit/>
          </a:bodyPr>
          <a:lstStyle>
            <a:lvl1pPr algn="ctr" defTabSz="457200" rtl="0" eaLnBrk="1" latinLnBrk="0" hangingPunct="1">
              <a:spcBef>
                <a:spcPct val="0"/>
              </a:spcBef>
              <a:buNone/>
              <a:defRPr sz="2200" kern="1200">
                <a:solidFill>
                  <a:schemeClr val="tx1"/>
                </a:solidFill>
                <a:latin typeface="+mj-lt"/>
                <a:ea typeface="+mj-ea"/>
                <a:cs typeface="+mj-cs"/>
              </a:defRPr>
            </a:lvl1pPr>
          </a:lstStyle>
          <a:p>
            <a:r>
              <a:rPr lang="en-US" sz="3200" b="1" smtClean="0">
                <a:latin typeface="Arial" panose="020B0604020202020204" pitchFamily="34" charset="0"/>
                <a:cs typeface="Arial" panose="020B0604020202020204" pitchFamily="34" charset="0"/>
              </a:rPr>
              <a:t>CƠ SỞ LÝ THUYẾT</a:t>
            </a:r>
            <a:endParaRPr lang="en-US" sz="3200" b="1" dirty="0">
              <a:latin typeface="Arial" panose="020B0604020202020204" pitchFamily="34" charset="0"/>
              <a:cs typeface="Arial" panose="020B0604020202020204" pitchFamily="34" charset="0"/>
            </a:endParaRPr>
          </a:p>
        </p:txBody>
      </p:sp>
      <p:sp>
        <p:nvSpPr>
          <p:cNvPr id="9" name="Rectangle 8"/>
          <p:cNvSpPr/>
          <p:nvPr/>
        </p:nvSpPr>
        <p:spPr>
          <a:xfrm>
            <a:off x="753220" y="1389866"/>
            <a:ext cx="8451250" cy="4062651"/>
          </a:xfrm>
          <a:prstGeom prst="rect">
            <a:avLst/>
          </a:prstGeom>
        </p:spPr>
        <p:txBody>
          <a:bodyPr wrap="square">
            <a:spAutoFit/>
          </a:bodyPr>
          <a:lstStyle/>
          <a:p>
            <a:pPr algn="just">
              <a:lnSpc>
                <a:spcPct val="150000"/>
              </a:lnSpc>
            </a:pPr>
            <a:r>
              <a:rPr lang="en-US" sz="2800" b="1">
                <a:solidFill>
                  <a:srgbClr val="000000"/>
                </a:solidFill>
                <a:latin typeface="Arial" panose="020B0604020202020204" pitchFamily="34" charset="0"/>
                <a:ea typeface="Inter Bold"/>
                <a:cs typeface="Arial" panose="020B0604020202020204" pitchFamily="34" charset="0"/>
                <a:sym typeface="Inter Bold"/>
              </a:rPr>
              <a:t>Tìm hiểu về PHP</a:t>
            </a:r>
          </a:p>
          <a:p>
            <a:pPr marL="342900" indent="-342900" algn="just">
              <a:lnSpc>
                <a:spcPct val="150000"/>
              </a:lnSpc>
              <a:buFont typeface="Arial" panose="020B0604020202020204" pitchFamily="34" charset="0"/>
              <a:buChar char="•"/>
            </a:pPr>
            <a:r>
              <a:rPr lang="vi-VN" sz="2400">
                <a:solidFill>
                  <a:srgbClr val="000000"/>
                </a:solidFill>
                <a:latin typeface="Arial" panose="020B0604020202020204" pitchFamily="34" charset="0"/>
                <a:ea typeface="Inter"/>
                <a:cs typeface="Arial" panose="020B0604020202020204" pitchFamily="34" charset="0"/>
                <a:sym typeface="Inter"/>
              </a:rPr>
              <a:t>PHP là viết tắt của Hypertext </a:t>
            </a:r>
            <a:r>
              <a:rPr lang="vi-VN" sz="2400">
                <a:solidFill>
                  <a:srgbClr val="000000"/>
                </a:solidFill>
                <a:latin typeface="Arial" panose="020B0604020202020204" pitchFamily="34" charset="0"/>
                <a:ea typeface="Inter"/>
                <a:cs typeface="Arial" panose="020B0604020202020204" pitchFamily="34" charset="0"/>
                <a:sym typeface="Inter"/>
              </a:rPr>
              <a:t>Preprocessor</a:t>
            </a:r>
            <a:r>
              <a:rPr lang="vi-VN" sz="2400" smtClean="0">
                <a:solidFill>
                  <a:srgbClr val="000000"/>
                </a:solidFill>
                <a:latin typeface="Arial" panose="020B0604020202020204" pitchFamily="34" charset="0"/>
                <a:ea typeface="Inter"/>
                <a:cs typeface="Arial" panose="020B0604020202020204" pitchFamily="34" charset="0"/>
                <a:sym typeface="Inter"/>
              </a:rPr>
              <a:t>.</a:t>
            </a:r>
            <a:endParaRPr lang="en-US" sz="2400" smtClean="0">
              <a:solidFill>
                <a:srgbClr val="000000"/>
              </a:solidFill>
              <a:latin typeface="Arial" panose="020B0604020202020204" pitchFamily="34" charset="0"/>
              <a:ea typeface="Inter"/>
              <a:cs typeface="Arial" panose="020B0604020202020204" pitchFamily="34" charset="0"/>
              <a:sym typeface="Inter"/>
            </a:endParaRPr>
          </a:p>
          <a:p>
            <a:pPr marL="342900" indent="-342900" algn="just">
              <a:lnSpc>
                <a:spcPct val="150000"/>
              </a:lnSpc>
              <a:buFont typeface="Arial" panose="020B0604020202020204" pitchFamily="34" charset="0"/>
              <a:buChar char="•"/>
            </a:pPr>
            <a:r>
              <a:rPr lang="en-US" sz="2400" smtClean="0">
                <a:solidFill>
                  <a:srgbClr val="000000"/>
                </a:solidFill>
                <a:latin typeface="Arial" panose="020B0604020202020204" pitchFamily="34" charset="0"/>
                <a:ea typeface="Inter"/>
                <a:cs typeface="Arial" panose="020B0604020202020204" pitchFamily="34" charset="0"/>
                <a:sym typeface="Inter"/>
              </a:rPr>
              <a:t>PHP l</a:t>
            </a:r>
            <a:r>
              <a:rPr lang="vi-VN" sz="2400" smtClean="0">
                <a:solidFill>
                  <a:srgbClr val="000000"/>
                </a:solidFill>
                <a:latin typeface="Arial" panose="020B0604020202020204" pitchFamily="34" charset="0"/>
                <a:ea typeface="Inter"/>
                <a:cs typeface="Arial" panose="020B0604020202020204" pitchFamily="34" charset="0"/>
                <a:sym typeface="Inter"/>
              </a:rPr>
              <a:t>à </a:t>
            </a:r>
            <a:r>
              <a:rPr lang="vi-VN" sz="2400">
                <a:solidFill>
                  <a:srgbClr val="000000"/>
                </a:solidFill>
                <a:latin typeface="Arial" panose="020B0604020202020204" pitchFamily="34" charset="0"/>
                <a:ea typeface="Inter"/>
                <a:cs typeface="Arial" panose="020B0604020202020204" pitchFamily="34" charset="0"/>
                <a:sym typeface="Inter"/>
              </a:rPr>
              <a:t>ngôn ngữ kịch bản phía máy chủ (</a:t>
            </a:r>
            <a:r>
              <a:rPr lang="vi-VN" sz="2400">
                <a:solidFill>
                  <a:srgbClr val="000000"/>
                </a:solidFill>
                <a:latin typeface="Arial" panose="020B0604020202020204" pitchFamily="34" charset="0"/>
                <a:ea typeface="Inter"/>
                <a:cs typeface="Arial" panose="020B0604020202020204" pitchFamily="34" charset="0"/>
                <a:sym typeface="Inter"/>
              </a:rPr>
              <a:t>Server-side</a:t>
            </a:r>
            <a:r>
              <a:rPr lang="vi-VN" sz="2400" smtClean="0">
                <a:solidFill>
                  <a:srgbClr val="000000"/>
                </a:solidFill>
                <a:latin typeface="Arial" panose="020B0604020202020204" pitchFamily="34" charset="0"/>
                <a:ea typeface="Inter"/>
                <a:cs typeface="Arial" panose="020B0604020202020204" pitchFamily="34" charset="0"/>
                <a:sym typeface="Inter"/>
              </a:rPr>
              <a:t>).</a:t>
            </a:r>
            <a:endParaRPr lang="en-US" sz="2400" smtClean="0">
              <a:solidFill>
                <a:srgbClr val="000000"/>
              </a:solidFill>
              <a:latin typeface="Arial" panose="020B0604020202020204" pitchFamily="34" charset="0"/>
              <a:ea typeface="Inter"/>
              <a:cs typeface="Arial" panose="020B0604020202020204" pitchFamily="34" charset="0"/>
              <a:sym typeface="Inter"/>
            </a:endParaRPr>
          </a:p>
          <a:p>
            <a:pPr marL="342900" indent="-342900" algn="just">
              <a:lnSpc>
                <a:spcPct val="150000"/>
              </a:lnSpc>
              <a:buFont typeface="Arial" panose="020B0604020202020204" pitchFamily="34" charset="0"/>
              <a:buChar char="•"/>
            </a:pPr>
            <a:r>
              <a:rPr lang="en-US" sz="2400" smtClean="0">
                <a:solidFill>
                  <a:srgbClr val="000000"/>
                </a:solidFill>
                <a:latin typeface="Arial" panose="020B0604020202020204" pitchFamily="34" charset="0"/>
                <a:ea typeface="Inter"/>
                <a:cs typeface="Arial" panose="020B0604020202020204" pitchFamily="34" charset="0"/>
                <a:sym typeface="Inter"/>
              </a:rPr>
              <a:t>PHP </a:t>
            </a:r>
            <a:r>
              <a:rPr lang="en-US" sz="2400">
                <a:solidFill>
                  <a:srgbClr val="000000"/>
                </a:solidFill>
                <a:latin typeface="Arial" panose="020B0604020202020204" pitchFamily="34" charset="0"/>
                <a:ea typeface="Inter"/>
                <a:cs typeface="Arial" panose="020B0604020202020204" pitchFamily="34" charset="0"/>
                <a:sym typeface="Inter"/>
              </a:rPr>
              <a:t>c</a:t>
            </a:r>
            <a:r>
              <a:rPr lang="vi-VN" sz="2400" smtClean="0">
                <a:solidFill>
                  <a:srgbClr val="000000"/>
                </a:solidFill>
                <a:latin typeface="Arial" panose="020B0604020202020204" pitchFamily="34" charset="0"/>
                <a:ea typeface="Inter"/>
                <a:cs typeface="Arial" panose="020B0604020202020204" pitchFamily="34" charset="0"/>
                <a:sym typeface="Inter"/>
              </a:rPr>
              <a:t>ó </a:t>
            </a:r>
            <a:r>
              <a:rPr lang="vi-VN" sz="2400">
                <a:solidFill>
                  <a:srgbClr val="000000"/>
                </a:solidFill>
                <a:latin typeface="Arial" panose="020B0604020202020204" pitchFamily="34" charset="0"/>
                <a:ea typeface="Inter"/>
                <a:cs typeface="Arial" panose="020B0604020202020204" pitchFamily="34" charset="0"/>
                <a:sym typeface="Inter"/>
              </a:rPr>
              <a:t>thể nhúng trực tiếp vào mã </a:t>
            </a:r>
            <a:r>
              <a:rPr lang="vi-VN" sz="2400">
                <a:solidFill>
                  <a:srgbClr val="000000"/>
                </a:solidFill>
                <a:latin typeface="Arial" panose="020B0604020202020204" pitchFamily="34" charset="0"/>
                <a:ea typeface="Inter"/>
                <a:cs typeface="Arial" panose="020B0604020202020204" pitchFamily="34" charset="0"/>
                <a:sym typeface="Inter"/>
              </a:rPr>
              <a:t>HTML</a:t>
            </a:r>
            <a:r>
              <a:rPr lang="vi-VN" sz="2400" smtClean="0">
                <a:solidFill>
                  <a:srgbClr val="000000"/>
                </a:solidFill>
                <a:latin typeface="Arial" panose="020B0604020202020204" pitchFamily="34" charset="0"/>
                <a:ea typeface="Inter"/>
                <a:cs typeface="Arial" panose="020B0604020202020204" pitchFamily="34" charset="0"/>
                <a:sym typeface="Inter"/>
              </a:rPr>
              <a:t>.</a:t>
            </a:r>
            <a:endParaRPr lang="en-US" sz="2400" smtClean="0">
              <a:solidFill>
                <a:srgbClr val="000000"/>
              </a:solidFill>
              <a:latin typeface="Arial" panose="020B0604020202020204" pitchFamily="34" charset="0"/>
              <a:ea typeface="Inter"/>
              <a:cs typeface="Arial" panose="020B0604020202020204" pitchFamily="34" charset="0"/>
              <a:sym typeface="Inter"/>
            </a:endParaRPr>
          </a:p>
          <a:p>
            <a:pPr marL="342900" indent="-342900" algn="just">
              <a:lnSpc>
                <a:spcPct val="150000"/>
              </a:lnSpc>
              <a:buFont typeface="Arial" panose="020B0604020202020204" pitchFamily="34" charset="0"/>
              <a:buChar char="•"/>
            </a:pPr>
            <a:r>
              <a:rPr lang="vi-VN" sz="2400" smtClean="0">
                <a:solidFill>
                  <a:srgbClr val="000000"/>
                </a:solidFill>
                <a:latin typeface="Arial" panose="020B0604020202020204" pitchFamily="34" charset="0"/>
                <a:ea typeface="Inter"/>
                <a:cs typeface="Arial" panose="020B0604020202020204" pitchFamily="34" charset="0"/>
                <a:sym typeface="Inter"/>
              </a:rPr>
              <a:t>Hoạt </a:t>
            </a:r>
            <a:r>
              <a:rPr lang="vi-VN" sz="2400">
                <a:solidFill>
                  <a:srgbClr val="000000"/>
                </a:solidFill>
                <a:latin typeface="Arial" panose="020B0604020202020204" pitchFamily="34" charset="0"/>
                <a:ea typeface="Inter"/>
                <a:cs typeface="Arial" panose="020B0604020202020204" pitchFamily="34" charset="0"/>
                <a:sym typeface="Inter"/>
              </a:rPr>
              <a:t>động trên nhiều hệ điều hành khác nhau (</a:t>
            </a:r>
            <a:r>
              <a:rPr lang="vi-VN" sz="2400">
                <a:solidFill>
                  <a:srgbClr val="000000"/>
                </a:solidFill>
                <a:latin typeface="Arial" panose="020B0604020202020204" pitchFamily="34" charset="0"/>
                <a:ea typeface="Inter"/>
                <a:cs typeface="Arial" panose="020B0604020202020204" pitchFamily="34" charset="0"/>
                <a:sym typeface="Inter"/>
              </a:rPr>
              <a:t>cross-platform</a:t>
            </a:r>
            <a:r>
              <a:rPr lang="vi-VN" sz="2400" smtClean="0">
                <a:solidFill>
                  <a:srgbClr val="000000"/>
                </a:solidFill>
                <a:latin typeface="Arial" panose="020B0604020202020204" pitchFamily="34" charset="0"/>
                <a:ea typeface="Inter"/>
                <a:cs typeface="Arial" panose="020B0604020202020204" pitchFamily="34" charset="0"/>
                <a:sym typeface="Inter"/>
              </a:rPr>
              <a:t>).</a:t>
            </a:r>
            <a:endParaRPr lang="en-US" sz="2400" smtClean="0">
              <a:solidFill>
                <a:srgbClr val="000000"/>
              </a:solidFill>
              <a:latin typeface="Arial" panose="020B0604020202020204" pitchFamily="34" charset="0"/>
              <a:ea typeface="Inter"/>
              <a:cs typeface="Arial" panose="020B0604020202020204" pitchFamily="34" charset="0"/>
              <a:sym typeface="Inter"/>
            </a:endParaRPr>
          </a:p>
          <a:p>
            <a:pPr marL="342900" indent="-342900" algn="just">
              <a:lnSpc>
                <a:spcPct val="150000"/>
              </a:lnSpc>
              <a:buFont typeface="Arial" panose="020B0604020202020204" pitchFamily="34" charset="0"/>
              <a:buChar char="•"/>
            </a:pPr>
            <a:r>
              <a:rPr lang="vi-VN" sz="2400" smtClean="0">
                <a:solidFill>
                  <a:srgbClr val="000000"/>
                </a:solidFill>
                <a:latin typeface="Arial" panose="020B0604020202020204" pitchFamily="34" charset="0"/>
                <a:ea typeface="Inter"/>
                <a:cs typeface="Arial" panose="020B0604020202020204" pitchFamily="34" charset="0"/>
                <a:sym typeface="Inter"/>
              </a:rPr>
              <a:t>Hỗ </a:t>
            </a:r>
            <a:r>
              <a:rPr lang="vi-VN" sz="2400">
                <a:solidFill>
                  <a:srgbClr val="000000"/>
                </a:solidFill>
                <a:latin typeface="Arial" panose="020B0604020202020204" pitchFamily="34" charset="0"/>
                <a:ea typeface="Inter"/>
                <a:cs typeface="Arial" panose="020B0604020202020204" pitchFamily="34" charset="0"/>
                <a:sym typeface="Inter"/>
              </a:rPr>
              <a:t>trợ kết nối và xử lý dữ liệu từ cơ sở dữ liệu.</a:t>
            </a:r>
            <a:endParaRPr lang="en-US" sz="2400">
              <a:solidFill>
                <a:srgbClr val="000000"/>
              </a:solidFill>
              <a:latin typeface="Arial" panose="020B0604020202020204" pitchFamily="34" charset="0"/>
              <a:ea typeface="Inter"/>
              <a:cs typeface="Arial" panose="020B0604020202020204" pitchFamily="34" charset="0"/>
              <a:sym typeface="Inter"/>
            </a:endParaRPr>
          </a:p>
        </p:txBody>
      </p:sp>
    </p:spTree>
    <p:extLst>
      <p:ext uri="{BB962C8B-B14F-4D97-AF65-F5344CB8AC3E}">
        <p14:creationId xmlns:p14="http://schemas.microsoft.com/office/powerpoint/2010/main" val="332406886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sp>
        <p:nvSpPr>
          <p:cNvPr id="10" name="Freeform 10"/>
          <p:cNvSpPr/>
          <p:nvPr/>
        </p:nvSpPr>
        <p:spPr>
          <a:xfrm>
            <a:off x="-983650" y="85113"/>
            <a:ext cx="1447800" cy="1506174"/>
          </a:xfrm>
          <a:custGeom>
            <a:avLst/>
            <a:gdLst/>
            <a:ahLst/>
            <a:cxnLst/>
            <a:rect l="l" t="t" r="r" b="b"/>
            <a:pathLst>
              <a:path w="4062430" h="4114800">
                <a:moveTo>
                  <a:pt x="0" y="0"/>
                </a:moveTo>
                <a:lnTo>
                  <a:pt x="4062430" y="0"/>
                </a:lnTo>
                <a:lnTo>
                  <a:pt x="4062430" y="4114800"/>
                </a:lnTo>
                <a:lnTo>
                  <a:pt x="0" y="4114800"/>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11" name="Freeform 11"/>
          <p:cNvSpPr/>
          <p:nvPr/>
        </p:nvSpPr>
        <p:spPr>
          <a:xfrm>
            <a:off x="-414355" y="5638800"/>
            <a:ext cx="2290628" cy="2057400"/>
          </a:xfrm>
          <a:custGeom>
            <a:avLst/>
            <a:gdLst/>
            <a:ahLst/>
            <a:cxnLst/>
            <a:rect l="l" t="t" r="r" b="b"/>
            <a:pathLst>
              <a:path w="4581255" h="4114800">
                <a:moveTo>
                  <a:pt x="0" y="0"/>
                </a:moveTo>
                <a:lnTo>
                  <a:pt x="4581255" y="0"/>
                </a:lnTo>
                <a:lnTo>
                  <a:pt x="4581255" y="4114800"/>
                </a:lnTo>
                <a:lnTo>
                  <a:pt x="0" y="4114800"/>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14" name="Freeform 14"/>
          <p:cNvSpPr/>
          <p:nvPr/>
        </p:nvSpPr>
        <p:spPr>
          <a:xfrm flipH="1" flipV="1">
            <a:off x="6172200" y="228600"/>
            <a:ext cx="3612007" cy="2024564"/>
          </a:xfrm>
          <a:custGeom>
            <a:avLst/>
            <a:gdLst/>
            <a:ahLst/>
            <a:cxnLst/>
            <a:rect l="l" t="t" r="r" b="b"/>
            <a:pathLst>
              <a:path w="7147278" h="3993541">
                <a:moveTo>
                  <a:pt x="7147278" y="3993542"/>
                </a:moveTo>
                <a:lnTo>
                  <a:pt x="0" y="3993542"/>
                </a:lnTo>
                <a:lnTo>
                  <a:pt x="0" y="0"/>
                </a:lnTo>
                <a:lnTo>
                  <a:pt x="7147278" y="0"/>
                </a:lnTo>
                <a:lnTo>
                  <a:pt x="7147278" y="3993542"/>
                </a:lnTo>
                <a:close/>
              </a:path>
            </a:pathLst>
          </a:custGeom>
          <a:blipFill>
            <a:blip r:embed="rId7"/>
            <a:stretch>
              <a:fillRect/>
            </a:stretch>
          </a:blipFill>
        </p:spPr>
      </p:sp>
      <p:sp>
        <p:nvSpPr>
          <p:cNvPr id="18" name="TextBox 4"/>
          <p:cNvSpPr txBox="1"/>
          <p:nvPr/>
        </p:nvSpPr>
        <p:spPr>
          <a:xfrm>
            <a:off x="7162800" y="6158284"/>
            <a:ext cx="1393249" cy="340221"/>
          </a:xfrm>
          <a:prstGeom prst="rect">
            <a:avLst/>
          </a:prstGeom>
        </p:spPr>
        <p:txBody>
          <a:bodyPr lIns="0" tIns="0" rIns="0" bIns="0" rtlCol="0" anchor="t">
            <a:spAutoFit/>
          </a:bodyPr>
          <a:lstStyle/>
          <a:p>
            <a:pPr algn="r">
              <a:lnSpc>
                <a:spcPts val="2940"/>
              </a:lnSpc>
              <a:spcBef>
                <a:spcPct val="0"/>
              </a:spcBef>
            </a:pPr>
            <a:r>
              <a:rPr lang="en-US" sz="2100" b="1">
                <a:solidFill>
                  <a:srgbClr val="000000"/>
                </a:solidFill>
                <a:latin typeface="Arial" panose="020B0604020202020204" pitchFamily="34" charset="0"/>
                <a:ea typeface="Inter Medium"/>
                <a:cs typeface="Arial" panose="020B0604020202020204" pitchFamily="34" charset="0"/>
                <a:sym typeface="Inter Medium"/>
              </a:rPr>
              <a:t>PAGE </a:t>
            </a:r>
            <a:r>
              <a:rPr lang="en-US" sz="2100" b="1" smtClean="0">
                <a:solidFill>
                  <a:srgbClr val="000000"/>
                </a:solidFill>
                <a:latin typeface="Arial" panose="020B0604020202020204" pitchFamily="34" charset="0"/>
                <a:ea typeface="Inter Medium"/>
                <a:cs typeface="Arial" panose="020B0604020202020204" pitchFamily="34" charset="0"/>
                <a:sym typeface="Inter Medium"/>
              </a:rPr>
              <a:t>07</a:t>
            </a:r>
            <a:endParaRPr lang="en-US" sz="2100" b="1">
              <a:solidFill>
                <a:srgbClr val="000000"/>
              </a:solidFill>
              <a:latin typeface="Arial" panose="020B0604020202020204" pitchFamily="34" charset="0"/>
              <a:ea typeface="Inter Medium"/>
              <a:cs typeface="Arial" panose="020B0604020202020204" pitchFamily="34" charset="0"/>
              <a:sym typeface="Inter Medium"/>
            </a:endParaRPr>
          </a:p>
        </p:txBody>
      </p:sp>
      <p:sp>
        <p:nvSpPr>
          <p:cNvPr id="12" name="Rectangle 11"/>
          <p:cNvSpPr/>
          <p:nvPr/>
        </p:nvSpPr>
        <p:spPr>
          <a:xfrm>
            <a:off x="464150" y="1066800"/>
            <a:ext cx="8527450" cy="4062651"/>
          </a:xfrm>
          <a:prstGeom prst="rect">
            <a:avLst/>
          </a:prstGeom>
        </p:spPr>
        <p:txBody>
          <a:bodyPr wrap="square">
            <a:spAutoFit/>
          </a:bodyPr>
          <a:lstStyle/>
          <a:p>
            <a:pPr algn="just">
              <a:lnSpc>
                <a:spcPct val="150000"/>
              </a:lnSpc>
            </a:pPr>
            <a:r>
              <a:rPr lang="en-US" sz="2800" b="1">
                <a:solidFill>
                  <a:srgbClr val="000000"/>
                </a:solidFill>
                <a:latin typeface="Arial" panose="020B0604020202020204" pitchFamily="34" charset="0"/>
                <a:ea typeface="Inter Bold"/>
                <a:cs typeface="Arial" panose="020B0604020202020204" pitchFamily="34" charset="0"/>
                <a:sym typeface="Inter Bold"/>
              </a:rPr>
              <a:t>Tìm hiểu về Laragon</a:t>
            </a:r>
          </a:p>
          <a:p>
            <a:pPr marL="342900" indent="-342900" algn="just">
              <a:lnSpc>
                <a:spcPct val="150000"/>
              </a:lnSpc>
              <a:buFont typeface="Arial" panose="020B0604020202020204" pitchFamily="34" charset="0"/>
              <a:buChar char="•"/>
            </a:pPr>
            <a:r>
              <a:rPr lang="vi-VN" sz="2400">
                <a:solidFill>
                  <a:srgbClr val="000000"/>
                </a:solidFill>
                <a:ea typeface="Inter"/>
                <a:cs typeface="Arial" panose="020B0604020202020204" pitchFamily="34" charset="0"/>
                <a:sym typeface="Inter"/>
              </a:rPr>
              <a:t>Là môi trường phát triển website cục bộ (local server) trên máy tính cá </a:t>
            </a:r>
            <a:r>
              <a:rPr lang="vi-VN" sz="2400">
                <a:solidFill>
                  <a:srgbClr val="000000"/>
                </a:solidFill>
                <a:ea typeface="Inter"/>
                <a:cs typeface="Arial" panose="020B0604020202020204" pitchFamily="34" charset="0"/>
                <a:sym typeface="Inter"/>
              </a:rPr>
              <a:t>nhân</a:t>
            </a:r>
            <a:r>
              <a:rPr lang="vi-VN" sz="2400" smtClean="0">
                <a:solidFill>
                  <a:srgbClr val="000000"/>
                </a:solidFill>
                <a:ea typeface="Inter"/>
                <a:cs typeface="Arial" panose="020B0604020202020204" pitchFamily="34" charset="0"/>
                <a:sym typeface="Inter"/>
              </a:rPr>
              <a:t>.</a:t>
            </a:r>
            <a:endParaRPr lang="en-US" sz="2400" smtClean="0">
              <a:solidFill>
                <a:srgbClr val="000000"/>
              </a:solidFill>
              <a:ea typeface="Inter"/>
              <a:cs typeface="Arial" panose="020B0604020202020204" pitchFamily="34" charset="0"/>
              <a:sym typeface="Inter"/>
            </a:endParaRPr>
          </a:p>
          <a:p>
            <a:pPr marL="342900" indent="-342900" algn="just">
              <a:lnSpc>
                <a:spcPct val="150000"/>
              </a:lnSpc>
              <a:buFont typeface="Arial" panose="020B0604020202020204" pitchFamily="34" charset="0"/>
              <a:buChar char="•"/>
            </a:pPr>
            <a:r>
              <a:rPr lang="vi-VN" sz="2400" smtClean="0">
                <a:solidFill>
                  <a:srgbClr val="000000"/>
                </a:solidFill>
                <a:ea typeface="Inter"/>
                <a:cs typeface="Arial" panose="020B0604020202020204" pitchFamily="34" charset="0"/>
                <a:sym typeface="Inter"/>
              </a:rPr>
              <a:t>Hỗ </a:t>
            </a:r>
            <a:r>
              <a:rPr lang="vi-VN" sz="2400">
                <a:solidFill>
                  <a:srgbClr val="000000"/>
                </a:solidFill>
                <a:ea typeface="Inter"/>
                <a:cs typeface="Arial" panose="020B0604020202020204" pitchFamily="34" charset="0"/>
                <a:sym typeface="Inter"/>
              </a:rPr>
              <a:t>trợ xây dựng và chạy các ứng dụng </a:t>
            </a:r>
            <a:r>
              <a:rPr lang="vi-VN" sz="2400">
                <a:solidFill>
                  <a:srgbClr val="000000"/>
                </a:solidFill>
                <a:ea typeface="Inter"/>
                <a:cs typeface="Arial" panose="020B0604020202020204" pitchFamily="34" charset="0"/>
                <a:sym typeface="Inter"/>
              </a:rPr>
              <a:t>website</a:t>
            </a:r>
            <a:r>
              <a:rPr lang="vi-VN" sz="2400" smtClean="0">
                <a:solidFill>
                  <a:srgbClr val="000000"/>
                </a:solidFill>
                <a:ea typeface="Inter"/>
                <a:cs typeface="Arial" panose="020B0604020202020204" pitchFamily="34" charset="0"/>
                <a:sym typeface="Inter"/>
              </a:rPr>
              <a:t>.</a:t>
            </a:r>
            <a:endParaRPr lang="en-US" sz="2400" smtClean="0">
              <a:solidFill>
                <a:srgbClr val="000000"/>
              </a:solidFill>
              <a:ea typeface="Inter"/>
              <a:cs typeface="Arial" panose="020B0604020202020204" pitchFamily="34" charset="0"/>
              <a:sym typeface="Inter"/>
            </a:endParaRPr>
          </a:p>
          <a:p>
            <a:pPr marL="342900" indent="-342900" algn="just">
              <a:lnSpc>
                <a:spcPct val="150000"/>
              </a:lnSpc>
              <a:buFont typeface="Arial" panose="020B0604020202020204" pitchFamily="34" charset="0"/>
              <a:buChar char="•"/>
            </a:pPr>
            <a:r>
              <a:rPr lang="vi-VN" sz="2400" smtClean="0">
                <a:solidFill>
                  <a:srgbClr val="000000"/>
                </a:solidFill>
                <a:ea typeface="Inter"/>
                <a:cs typeface="Arial" panose="020B0604020202020204" pitchFamily="34" charset="0"/>
                <a:sym typeface="Inter"/>
              </a:rPr>
              <a:t>Tích </a:t>
            </a:r>
            <a:r>
              <a:rPr lang="vi-VN" sz="2400">
                <a:solidFill>
                  <a:srgbClr val="000000"/>
                </a:solidFill>
                <a:ea typeface="Inter"/>
                <a:cs typeface="Arial" panose="020B0604020202020204" pitchFamily="34" charset="0"/>
                <a:sym typeface="Inter"/>
              </a:rPr>
              <a:t>hợp sẵn Apache/Nginx, PHP và </a:t>
            </a:r>
            <a:r>
              <a:rPr lang="vi-VN" sz="2400">
                <a:solidFill>
                  <a:srgbClr val="000000"/>
                </a:solidFill>
                <a:ea typeface="Inter"/>
                <a:cs typeface="Arial" panose="020B0604020202020204" pitchFamily="34" charset="0"/>
                <a:sym typeface="Inter"/>
              </a:rPr>
              <a:t>MySQL</a:t>
            </a:r>
            <a:r>
              <a:rPr lang="vi-VN" sz="2400" smtClean="0">
                <a:solidFill>
                  <a:srgbClr val="000000"/>
                </a:solidFill>
                <a:ea typeface="Inter"/>
                <a:cs typeface="Arial" panose="020B0604020202020204" pitchFamily="34" charset="0"/>
                <a:sym typeface="Inter"/>
              </a:rPr>
              <a:t>.</a:t>
            </a:r>
            <a:endParaRPr lang="en-US" sz="2400" smtClean="0">
              <a:solidFill>
                <a:srgbClr val="000000"/>
              </a:solidFill>
              <a:ea typeface="Inter"/>
              <a:cs typeface="Arial" panose="020B0604020202020204" pitchFamily="34" charset="0"/>
              <a:sym typeface="Inter"/>
            </a:endParaRPr>
          </a:p>
          <a:p>
            <a:pPr marL="342900" indent="-342900" algn="just">
              <a:lnSpc>
                <a:spcPct val="150000"/>
              </a:lnSpc>
              <a:buFont typeface="Arial" panose="020B0604020202020204" pitchFamily="34" charset="0"/>
              <a:buChar char="•"/>
            </a:pPr>
            <a:r>
              <a:rPr lang="vi-VN" sz="2400" smtClean="0">
                <a:solidFill>
                  <a:srgbClr val="000000"/>
                </a:solidFill>
                <a:ea typeface="Inter"/>
                <a:cs typeface="Arial" panose="020B0604020202020204" pitchFamily="34" charset="0"/>
                <a:sym typeface="Inter"/>
              </a:rPr>
              <a:t>Giúp </a:t>
            </a:r>
            <a:r>
              <a:rPr lang="vi-VN" sz="2400">
                <a:solidFill>
                  <a:srgbClr val="000000"/>
                </a:solidFill>
                <a:ea typeface="Inter"/>
                <a:cs typeface="Arial" panose="020B0604020202020204" pitchFamily="34" charset="0"/>
                <a:sym typeface="Inter"/>
              </a:rPr>
              <a:t>triển khai và kiểm thử website nhanh </a:t>
            </a:r>
            <a:r>
              <a:rPr lang="vi-VN" sz="2400">
                <a:solidFill>
                  <a:srgbClr val="000000"/>
                </a:solidFill>
                <a:ea typeface="Inter"/>
                <a:cs typeface="Arial" panose="020B0604020202020204" pitchFamily="34" charset="0"/>
                <a:sym typeface="Inter"/>
              </a:rPr>
              <a:t>chóng</a:t>
            </a:r>
            <a:r>
              <a:rPr lang="vi-VN" sz="2400" smtClean="0">
                <a:solidFill>
                  <a:srgbClr val="000000"/>
                </a:solidFill>
                <a:ea typeface="Inter"/>
                <a:cs typeface="Arial" panose="020B0604020202020204" pitchFamily="34" charset="0"/>
                <a:sym typeface="Inter"/>
              </a:rPr>
              <a:t>.</a:t>
            </a:r>
            <a:endParaRPr lang="en-US" sz="2400" smtClean="0">
              <a:solidFill>
                <a:srgbClr val="000000"/>
              </a:solidFill>
              <a:ea typeface="Inter"/>
              <a:cs typeface="Arial" panose="020B0604020202020204" pitchFamily="34" charset="0"/>
              <a:sym typeface="Inter"/>
            </a:endParaRPr>
          </a:p>
          <a:p>
            <a:pPr marL="342900" indent="-342900" algn="just">
              <a:lnSpc>
                <a:spcPct val="150000"/>
              </a:lnSpc>
              <a:buFont typeface="Arial" panose="020B0604020202020204" pitchFamily="34" charset="0"/>
              <a:buChar char="•"/>
            </a:pPr>
            <a:r>
              <a:rPr lang="vi-VN" sz="2400" smtClean="0">
                <a:solidFill>
                  <a:srgbClr val="000000"/>
                </a:solidFill>
                <a:ea typeface="Inter"/>
                <a:cs typeface="Arial" panose="020B0604020202020204" pitchFamily="34" charset="0"/>
                <a:sym typeface="Inter"/>
              </a:rPr>
              <a:t>Giao </a:t>
            </a:r>
            <a:r>
              <a:rPr lang="vi-VN" sz="2400">
                <a:solidFill>
                  <a:srgbClr val="000000"/>
                </a:solidFill>
                <a:ea typeface="Inter"/>
                <a:cs typeface="Arial" panose="020B0604020202020204" pitchFamily="34" charset="0"/>
                <a:sym typeface="Inter"/>
              </a:rPr>
              <a:t>diện đơn giản, dễ sử dụng, phù hợp cho sinh viên.</a:t>
            </a:r>
            <a:endParaRPr lang="en-US" sz="2400">
              <a:solidFill>
                <a:srgbClr val="000000"/>
              </a:solidFill>
              <a:latin typeface="Arial" panose="020B0604020202020204" pitchFamily="34" charset="0"/>
              <a:ea typeface="Inter"/>
              <a:cs typeface="Arial" panose="020B0604020202020204" pitchFamily="34" charset="0"/>
              <a:sym typeface="Inter"/>
            </a:endParaRPr>
          </a:p>
        </p:txBody>
      </p:sp>
    </p:spTree>
    <p:extLst>
      <p:ext uri="{BB962C8B-B14F-4D97-AF65-F5344CB8AC3E}">
        <p14:creationId xmlns:p14="http://schemas.microsoft.com/office/powerpoint/2010/main" val="344109612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sp>
        <p:nvSpPr>
          <p:cNvPr id="10" name="Freeform 10"/>
          <p:cNvSpPr/>
          <p:nvPr/>
        </p:nvSpPr>
        <p:spPr>
          <a:xfrm>
            <a:off x="-983650" y="85113"/>
            <a:ext cx="1447800" cy="1506174"/>
          </a:xfrm>
          <a:custGeom>
            <a:avLst/>
            <a:gdLst/>
            <a:ahLst/>
            <a:cxnLst/>
            <a:rect l="l" t="t" r="r" b="b"/>
            <a:pathLst>
              <a:path w="4062430" h="4114800">
                <a:moveTo>
                  <a:pt x="0" y="0"/>
                </a:moveTo>
                <a:lnTo>
                  <a:pt x="4062430" y="0"/>
                </a:lnTo>
                <a:lnTo>
                  <a:pt x="4062430" y="4114800"/>
                </a:lnTo>
                <a:lnTo>
                  <a:pt x="0" y="4114800"/>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11" name="Freeform 11"/>
          <p:cNvSpPr/>
          <p:nvPr/>
        </p:nvSpPr>
        <p:spPr>
          <a:xfrm>
            <a:off x="-414355" y="6400800"/>
            <a:ext cx="1481155" cy="1295400"/>
          </a:xfrm>
          <a:custGeom>
            <a:avLst/>
            <a:gdLst/>
            <a:ahLst/>
            <a:cxnLst/>
            <a:rect l="l" t="t" r="r" b="b"/>
            <a:pathLst>
              <a:path w="4581255" h="4114800">
                <a:moveTo>
                  <a:pt x="0" y="0"/>
                </a:moveTo>
                <a:lnTo>
                  <a:pt x="4581255" y="0"/>
                </a:lnTo>
                <a:lnTo>
                  <a:pt x="4581255" y="4114800"/>
                </a:lnTo>
                <a:lnTo>
                  <a:pt x="0" y="4114800"/>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14" name="Freeform 14"/>
          <p:cNvSpPr/>
          <p:nvPr/>
        </p:nvSpPr>
        <p:spPr>
          <a:xfrm flipH="1" flipV="1">
            <a:off x="6229523" y="736963"/>
            <a:ext cx="3612007" cy="2024564"/>
          </a:xfrm>
          <a:custGeom>
            <a:avLst/>
            <a:gdLst/>
            <a:ahLst/>
            <a:cxnLst/>
            <a:rect l="l" t="t" r="r" b="b"/>
            <a:pathLst>
              <a:path w="7147278" h="3993541">
                <a:moveTo>
                  <a:pt x="7147278" y="3993542"/>
                </a:moveTo>
                <a:lnTo>
                  <a:pt x="0" y="3993542"/>
                </a:lnTo>
                <a:lnTo>
                  <a:pt x="0" y="0"/>
                </a:lnTo>
                <a:lnTo>
                  <a:pt x="7147278" y="0"/>
                </a:lnTo>
                <a:lnTo>
                  <a:pt x="7147278" y="3993542"/>
                </a:lnTo>
                <a:close/>
              </a:path>
            </a:pathLst>
          </a:custGeom>
          <a:blipFill>
            <a:blip r:embed="rId7"/>
            <a:stretch>
              <a:fillRect/>
            </a:stretch>
          </a:blipFill>
        </p:spPr>
      </p:sp>
      <p:sp>
        <p:nvSpPr>
          <p:cNvPr id="18" name="TextBox 4"/>
          <p:cNvSpPr txBox="1"/>
          <p:nvPr/>
        </p:nvSpPr>
        <p:spPr>
          <a:xfrm>
            <a:off x="7270829" y="6470511"/>
            <a:ext cx="1393249" cy="340221"/>
          </a:xfrm>
          <a:prstGeom prst="rect">
            <a:avLst/>
          </a:prstGeom>
        </p:spPr>
        <p:txBody>
          <a:bodyPr lIns="0" tIns="0" rIns="0" bIns="0" rtlCol="0" anchor="t">
            <a:spAutoFit/>
          </a:bodyPr>
          <a:lstStyle/>
          <a:p>
            <a:pPr algn="r">
              <a:lnSpc>
                <a:spcPts val="2940"/>
              </a:lnSpc>
              <a:spcBef>
                <a:spcPct val="0"/>
              </a:spcBef>
            </a:pPr>
            <a:r>
              <a:rPr lang="en-US" sz="2100" b="1">
                <a:solidFill>
                  <a:srgbClr val="000000"/>
                </a:solidFill>
                <a:latin typeface="Arial" panose="020B0604020202020204" pitchFamily="34" charset="0"/>
                <a:ea typeface="Inter Medium"/>
                <a:cs typeface="Arial" panose="020B0604020202020204" pitchFamily="34" charset="0"/>
                <a:sym typeface="Inter Medium"/>
              </a:rPr>
              <a:t>PAGE </a:t>
            </a:r>
            <a:r>
              <a:rPr lang="en-US" sz="2100" b="1" smtClean="0">
                <a:solidFill>
                  <a:srgbClr val="000000"/>
                </a:solidFill>
                <a:latin typeface="Arial" panose="020B0604020202020204" pitchFamily="34" charset="0"/>
                <a:ea typeface="Inter Medium"/>
                <a:cs typeface="Arial" panose="020B0604020202020204" pitchFamily="34" charset="0"/>
                <a:sym typeface="Inter Medium"/>
              </a:rPr>
              <a:t>08</a:t>
            </a:r>
            <a:endParaRPr lang="en-US" sz="2100" b="1">
              <a:solidFill>
                <a:srgbClr val="000000"/>
              </a:solidFill>
              <a:latin typeface="Arial" panose="020B0604020202020204" pitchFamily="34" charset="0"/>
              <a:ea typeface="Inter Medium"/>
              <a:cs typeface="Arial" panose="020B0604020202020204" pitchFamily="34" charset="0"/>
              <a:sym typeface="Inter Medium"/>
            </a:endParaRPr>
          </a:p>
        </p:txBody>
      </p:sp>
      <p:sp>
        <p:nvSpPr>
          <p:cNvPr id="7" name="Title 1"/>
          <p:cNvSpPr txBox="1">
            <a:spLocks/>
          </p:cNvSpPr>
          <p:nvPr/>
        </p:nvSpPr>
        <p:spPr>
          <a:xfrm>
            <a:off x="637320" y="143163"/>
            <a:ext cx="8271130" cy="1152237"/>
          </a:xfrm>
          <a:prstGeom prst="rect">
            <a:avLst/>
          </a:prstGeom>
        </p:spPr>
        <p:txBody>
          <a:bodyPr>
            <a:noAutofit/>
          </a:bodyPr>
          <a:lstStyle>
            <a:lvl1pPr algn="ctr" defTabSz="457200" rtl="0" eaLnBrk="1" latinLnBrk="0" hangingPunct="1">
              <a:spcBef>
                <a:spcPct val="0"/>
              </a:spcBef>
              <a:buNone/>
              <a:defRPr sz="2200" kern="1200">
                <a:solidFill>
                  <a:schemeClr val="tx1"/>
                </a:solidFill>
                <a:latin typeface="+mj-lt"/>
                <a:ea typeface="+mj-ea"/>
                <a:cs typeface="+mj-cs"/>
              </a:defRPr>
            </a:lvl1pPr>
          </a:lstStyle>
          <a:p>
            <a:r>
              <a:rPr lang="en-US" sz="3200" b="1" smtClean="0">
                <a:latin typeface="Arial" panose="020B0604020202020204" pitchFamily="34" charset="0"/>
                <a:cs typeface="Arial" panose="020B0604020202020204" pitchFamily="34" charset="0"/>
              </a:rPr>
              <a:t>PHÂN TÍCH VÀ THIẾT KẾ HỆ THỐNG</a:t>
            </a:r>
            <a:endParaRPr lang="en-US" sz="3200" b="1" dirty="0">
              <a:latin typeface="Arial" panose="020B0604020202020204" pitchFamily="34" charset="0"/>
              <a:cs typeface="Arial" panose="020B0604020202020204" pitchFamily="34" charset="0"/>
            </a:endParaRPr>
          </a:p>
        </p:txBody>
      </p:sp>
      <p:sp>
        <p:nvSpPr>
          <p:cNvPr id="9" name="Rectangle 8"/>
          <p:cNvSpPr/>
          <p:nvPr/>
        </p:nvSpPr>
        <p:spPr>
          <a:xfrm>
            <a:off x="762000" y="715269"/>
            <a:ext cx="8527450" cy="5816977"/>
          </a:xfrm>
          <a:prstGeom prst="rect">
            <a:avLst/>
          </a:prstGeom>
        </p:spPr>
        <p:txBody>
          <a:bodyPr wrap="square">
            <a:spAutoFit/>
          </a:bodyPr>
          <a:lstStyle/>
          <a:p>
            <a:pPr algn="just">
              <a:lnSpc>
                <a:spcPct val="150000"/>
              </a:lnSpc>
            </a:pPr>
            <a:r>
              <a:rPr lang="en-US" sz="2800" b="1" smtClean="0">
                <a:solidFill>
                  <a:srgbClr val="000000"/>
                </a:solidFill>
                <a:latin typeface="Arial" panose="020B0604020202020204" pitchFamily="34" charset="0"/>
                <a:ea typeface="Inter Italics"/>
                <a:cs typeface="Arial" panose="020B0604020202020204" pitchFamily="34" charset="0"/>
                <a:sym typeface="Inter Italics"/>
              </a:rPr>
              <a:t>Phân tích đặc tả hệ thống (1)</a:t>
            </a:r>
          </a:p>
          <a:p>
            <a:pPr algn="just">
              <a:lnSpc>
                <a:spcPct val="150000"/>
              </a:lnSpc>
            </a:pPr>
            <a:r>
              <a:rPr lang="en-US" sz="2200" i="1" smtClean="0">
                <a:solidFill>
                  <a:srgbClr val="000000"/>
                </a:solidFill>
                <a:latin typeface="Arial" panose="020B0604020202020204" pitchFamily="34" charset="0"/>
                <a:ea typeface="Inter Italics"/>
                <a:cs typeface="Arial" panose="020B0604020202020204" pitchFamily="34" charset="0"/>
                <a:sym typeface="Inter Italics"/>
              </a:rPr>
              <a:t>Đặc tả yêu cầu chức năng</a:t>
            </a:r>
          </a:p>
          <a:p>
            <a:pPr marL="342900" indent="-342900" algn="just">
              <a:lnSpc>
                <a:spcPct val="150000"/>
              </a:lnSpc>
              <a:buFont typeface="Arial" panose="020B0604020202020204" pitchFamily="34" charset="0"/>
              <a:buChar char="•"/>
            </a:pPr>
            <a:r>
              <a:rPr lang="en-US" sz="2200" smtClean="0">
                <a:solidFill>
                  <a:srgbClr val="000000"/>
                </a:solidFill>
                <a:latin typeface="Arial" panose="020B0604020202020204" pitchFamily="34" charset="0"/>
                <a:ea typeface="Inter"/>
                <a:cs typeface="Arial" panose="020B0604020202020204" pitchFamily="34" charset="0"/>
                <a:sym typeface="Inter"/>
              </a:rPr>
              <a:t>Đối với người quản trị: </a:t>
            </a:r>
          </a:p>
          <a:p>
            <a:pPr marL="342900" indent="-342900" algn="just">
              <a:lnSpc>
                <a:spcPct val="150000"/>
              </a:lnSpc>
              <a:buFont typeface="Arial" panose="020B0604020202020204" pitchFamily="34" charset="0"/>
              <a:buChar char="•"/>
            </a:pPr>
            <a:r>
              <a:rPr lang="vi-VN" sz="2200" smtClean="0">
                <a:solidFill>
                  <a:srgbClr val="000000"/>
                </a:solidFill>
                <a:ea typeface="Inter"/>
                <a:cs typeface="Arial" panose="020B0604020202020204" pitchFamily="34" charset="0"/>
                <a:sym typeface="Inter"/>
              </a:rPr>
              <a:t>Quản lý người dùng và phân quyền.</a:t>
            </a:r>
            <a:endParaRPr lang="en-US" sz="2200" smtClean="0">
              <a:solidFill>
                <a:srgbClr val="000000"/>
              </a:solidFill>
              <a:ea typeface="Inter"/>
              <a:cs typeface="Arial" panose="020B0604020202020204" pitchFamily="34" charset="0"/>
              <a:sym typeface="Inter"/>
            </a:endParaRPr>
          </a:p>
          <a:p>
            <a:pPr marL="342900" indent="-342900" algn="just">
              <a:lnSpc>
                <a:spcPct val="150000"/>
              </a:lnSpc>
              <a:buFont typeface="Arial" panose="020B0604020202020204" pitchFamily="34" charset="0"/>
              <a:buChar char="•"/>
            </a:pPr>
            <a:r>
              <a:rPr lang="vi-VN" sz="2200" smtClean="0">
                <a:solidFill>
                  <a:srgbClr val="000000"/>
                </a:solidFill>
                <a:ea typeface="Inter"/>
                <a:cs typeface="Arial" panose="020B0604020202020204" pitchFamily="34" charset="0"/>
                <a:sym typeface="Inter"/>
              </a:rPr>
              <a:t>Quản lý sách, mượn – trả, vi phạm.</a:t>
            </a:r>
            <a:endParaRPr lang="en-US" sz="2200" smtClean="0">
              <a:solidFill>
                <a:srgbClr val="000000"/>
              </a:solidFill>
              <a:ea typeface="Inter"/>
              <a:cs typeface="Arial" panose="020B0604020202020204" pitchFamily="34" charset="0"/>
              <a:sym typeface="Inter"/>
            </a:endParaRPr>
          </a:p>
          <a:p>
            <a:pPr marL="342900" indent="-342900" algn="just">
              <a:lnSpc>
                <a:spcPct val="150000"/>
              </a:lnSpc>
              <a:buFont typeface="Arial" panose="020B0604020202020204" pitchFamily="34" charset="0"/>
              <a:buChar char="•"/>
            </a:pPr>
            <a:r>
              <a:rPr lang="vi-VN" sz="2200" smtClean="0">
                <a:solidFill>
                  <a:srgbClr val="000000"/>
                </a:solidFill>
                <a:ea typeface="Inter"/>
                <a:cs typeface="Arial" panose="020B0604020202020204" pitchFamily="34" charset="0"/>
                <a:sym typeface="Inter"/>
              </a:rPr>
              <a:t>Thực hiện thống kê, báo cáo.</a:t>
            </a:r>
            <a:endParaRPr lang="en-US" sz="2200" smtClean="0">
              <a:solidFill>
                <a:srgbClr val="000000"/>
              </a:solidFill>
              <a:ea typeface="Inter"/>
              <a:cs typeface="Arial" panose="020B0604020202020204" pitchFamily="34" charset="0"/>
              <a:sym typeface="Inter"/>
            </a:endParaRPr>
          </a:p>
          <a:p>
            <a:pPr marL="342900" indent="-342900" algn="just">
              <a:lnSpc>
                <a:spcPct val="150000"/>
              </a:lnSpc>
              <a:buFont typeface="Arial" panose="020B0604020202020204" pitchFamily="34" charset="0"/>
              <a:buChar char="•"/>
            </a:pPr>
            <a:r>
              <a:rPr lang="vi-VN" sz="2200" smtClean="0">
                <a:solidFill>
                  <a:srgbClr val="000000"/>
                </a:solidFill>
                <a:ea typeface="Inter"/>
                <a:cs typeface="Arial" panose="020B0604020202020204" pitchFamily="34" charset="0"/>
                <a:sym typeface="Inter"/>
              </a:rPr>
              <a:t>Thêm, sửa, xóa dữ liệu trong hệ thống.</a:t>
            </a:r>
            <a:endParaRPr lang="en-US" sz="2200" smtClean="0">
              <a:solidFill>
                <a:srgbClr val="000000"/>
              </a:solidFill>
              <a:ea typeface="Inter"/>
              <a:cs typeface="Arial" panose="020B0604020202020204" pitchFamily="34" charset="0"/>
              <a:sym typeface="Inter"/>
            </a:endParaRPr>
          </a:p>
          <a:p>
            <a:pPr marL="342900" indent="-342900" algn="just">
              <a:lnSpc>
                <a:spcPct val="150000"/>
              </a:lnSpc>
              <a:buFont typeface="Arial" panose="020B0604020202020204" pitchFamily="34" charset="0"/>
              <a:buChar char="•"/>
            </a:pPr>
            <a:r>
              <a:rPr lang="vi-VN" sz="2200" smtClean="0">
                <a:solidFill>
                  <a:srgbClr val="000000"/>
                </a:solidFill>
                <a:ea typeface="Inter"/>
                <a:cs typeface="Arial" panose="020B0604020202020204" pitchFamily="34" charset="0"/>
                <a:sym typeface="Inter"/>
              </a:rPr>
              <a:t>Cấp quyền quản trị cho thành viên.</a:t>
            </a:r>
            <a:endParaRPr lang="en-US" sz="2200" smtClean="0">
              <a:solidFill>
                <a:srgbClr val="000000"/>
              </a:solidFill>
              <a:latin typeface="Arial" panose="020B0604020202020204" pitchFamily="34" charset="0"/>
              <a:ea typeface="Inter"/>
              <a:cs typeface="Arial" panose="020B0604020202020204" pitchFamily="34" charset="0"/>
              <a:sym typeface="Inter"/>
            </a:endParaRPr>
          </a:p>
          <a:p>
            <a:pPr algn="just">
              <a:lnSpc>
                <a:spcPct val="150000"/>
              </a:lnSpc>
            </a:pPr>
            <a:r>
              <a:rPr lang="en-US" sz="2200" i="1" smtClean="0">
                <a:solidFill>
                  <a:srgbClr val="000000"/>
                </a:solidFill>
                <a:latin typeface="Arial" panose="020B0604020202020204" pitchFamily="34" charset="0"/>
                <a:ea typeface="Inter"/>
                <a:cs typeface="Arial" panose="020B0604020202020204" pitchFamily="34" charset="0"/>
                <a:sym typeface="Inter"/>
              </a:rPr>
              <a:t>Đối với thành viên: </a:t>
            </a:r>
          </a:p>
          <a:p>
            <a:pPr marL="342900" indent="-342900" algn="just">
              <a:lnSpc>
                <a:spcPct val="150000"/>
              </a:lnSpc>
              <a:buFont typeface="Arial" panose="020B0604020202020204" pitchFamily="34" charset="0"/>
              <a:buChar char="•"/>
            </a:pPr>
            <a:r>
              <a:rPr lang="en-US" sz="2200" smtClean="0">
                <a:solidFill>
                  <a:srgbClr val="000000"/>
                </a:solidFill>
                <a:latin typeface="Arial" panose="020B0604020202020204" pitchFamily="34" charset="0"/>
                <a:ea typeface="Inter"/>
                <a:cs typeface="Arial" panose="020B0604020202020204" pitchFamily="34" charset="0"/>
                <a:sym typeface="Inter"/>
              </a:rPr>
              <a:t>Xem thông tin sách.</a:t>
            </a:r>
          </a:p>
          <a:p>
            <a:pPr marL="342900" indent="-342900" algn="just">
              <a:lnSpc>
                <a:spcPct val="150000"/>
              </a:lnSpc>
              <a:buFont typeface="Arial" panose="020B0604020202020204" pitchFamily="34" charset="0"/>
              <a:buChar char="•"/>
            </a:pPr>
            <a:r>
              <a:rPr lang="en-US" sz="2200" smtClean="0">
                <a:solidFill>
                  <a:srgbClr val="000000"/>
                </a:solidFill>
                <a:latin typeface="Arial" panose="020B0604020202020204" pitchFamily="34" charset="0"/>
                <a:ea typeface="Inter"/>
                <a:cs typeface="Arial" panose="020B0604020202020204" pitchFamily="34" charset="0"/>
                <a:sym typeface="Inter"/>
              </a:rPr>
              <a:t>Tìm kiếm sách theo nhu cầu hoặc thể loại.</a:t>
            </a:r>
            <a:endParaRPr lang="en-US" sz="2200">
              <a:solidFill>
                <a:srgbClr val="000000"/>
              </a:solidFill>
              <a:latin typeface="Arial" panose="020B0604020202020204" pitchFamily="34" charset="0"/>
              <a:ea typeface="Inter"/>
              <a:cs typeface="Arial" panose="020B0604020202020204" pitchFamily="34" charset="0"/>
              <a:sym typeface="Inter"/>
            </a:endParaRPr>
          </a:p>
        </p:txBody>
      </p:sp>
    </p:spTree>
    <p:extLst>
      <p:ext uri="{BB962C8B-B14F-4D97-AF65-F5344CB8AC3E}">
        <p14:creationId xmlns:p14="http://schemas.microsoft.com/office/powerpoint/2010/main" val="92868198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sp>
        <p:nvSpPr>
          <p:cNvPr id="10" name="Freeform 10"/>
          <p:cNvSpPr/>
          <p:nvPr/>
        </p:nvSpPr>
        <p:spPr>
          <a:xfrm>
            <a:off x="-983650" y="85113"/>
            <a:ext cx="1447800" cy="1506174"/>
          </a:xfrm>
          <a:custGeom>
            <a:avLst/>
            <a:gdLst/>
            <a:ahLst/>
            <a:cxnLst/>
            <a:rect l="l" t="t" r="r" b="b"/>
            <a:pathLst>
              <a:path w="4062430" h="4114800">
                <a:moveTo>
                  <a:pt x="0" y="0"/>
                </a:moveTo>
                <a:lnTo>
                  <a:pt x="4062430" y="0"/>
                </a:lnTo>
                <a:lnTo>
                  <a:pt x="4062430" y="4114800"/>
                </a:lnTo>
                <a:lnTo>
                  <a:pt x="0" y="4114800"/>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11" name="Freeform 11"/>
          <p:cNvSpPr/>
          <p:nvPr/>
        </p:nvSpPr>
        <p:spPr>
          <a:xfrm>
            <a:off x="-414355" y="6400800"/>
            <a:ext cx="1481155" cy="1295400"/>
          </a:xfrm>
          <a:custGeom>
            <a:avLst/>
            <a:gdLst/>
            <a:ahLst/>
            <a:cxnLst/>
            <a:rect l="l" t="t" r="r" b="b"/>
            <a:pathLst>
              <a:path w="4581255" h="4114800">
                <a:moveTo>
                  <a:pt x="0" y="0"/>
                </a:moveTo>
                <a:lnTo>
                  <a:pt x="4581255" y="0"/>
                </a:lnTo>
                <a:lnTo>
                  <a:pt x="4581255" y="4114800"/>
                </a:lnTo>
                <a:lnTo>
                  <a:pt x="0" y="4114800"/>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14" name="Freeform 14"/>
          <p:cNvSpPr/>
          <p:nvPr/>
        </p:nvSpPr>
        <p:spPr>
          <a:xfrm flipH="1" flipV="1">
            <a:off x="6324600" y="337636"/>
            <a:ext cx="3612007" cy="2024564"/>
          </a:xfrm>
          <a:custGeom>
            <a:avLst/>
            <a:gdLst/>
            <a:ahLst/>
            <a:cxnLst/>
            <a:rect l="l" t="t" r="r" b="b"/>
            <a:pathLst>
              <a:path w="7147278" h="3993541">
                <a:moveTo>
                  <a:pt x="7147278" y="3993542"/>
                </a:moveTo>
                <a:lnTo>
                  <a:pt x="0" y="3993542"/>
                </a:lnTo>
                <a:lnTo>
                  <a:pt x="0" y="0"/>
                </a:lnTo>
                <a:lnTo>
                  <a:pt x="7147278" y="0"/>
                </a:lnTo>
                <a:lnTo>
                  <a:pt x="7147278" y="3993542"/>
                </a:lnTo>
                <a:close/>
              </a:path>
            </a:pathLst>
          </a:custGeom>
          <a:blipFill>
            <a:blip r:embed="rId7"/>
            <a:stretch>
              <a:fillRect/>
            </a:stretch>
          </a:blipFill>
        </p:spPr>
      </p:sp>
      <p:sp>
        <p:nvSpPr>
          <p:cNvPr id="18" name="TextBox 4"/>
          <p:cNvSpPr txBox="1"/>
          <p:nvPr/>
        </p:nvSpPr>
        <p:spPr>
          <a:xfrm>
            <a:off x="7270829" y="6324600"/>
            <a:ext cx="1393249" cy="340221"/>
          </a:xfrm>
          <a:prstGeom prst="rect">
            <a:avLst/>
          </a:prstGeom>
        </p:spPr>
        <p:txBody>
          <a:bodyPr lIns="0" tIns="0" rIns="0" bIns="0" rtlCol="0" anchor="t">
            <a:spAutoFit/>
          </a:bodyPr>
          <a:lstStyle/>
          <a:p>
            <a:pPr algn="r">
              <a:lnSpc>
                <a:spcPts val="2940"/>
              </a:lnSpc>
              <a:spcBef>
                <a:spcPct val="0"/>
              </a:spcBef>
            </a:pPr>
            <a:r>
              <a:rPr lang="en-US" sz="2100" b="1">
                <a:solidFill>
                  <a:srgbClr val="000000"/>
                </a:solidFill>
                <a:latin typeface="Arial" panose="020B0604020202020204" pitchFamily="34" charset="0"/>
                <a:ea typeface="Inter Medium"/>
                <a:cs typeface="Arial" panose="020B0604020202020204" pitchFamily="34" charset="0"/>
                <a:sym typeface="Inter Medium"/>
              </a:rPr>
              <a:t>PAGE </a:t>
            </a:r>
            <a:r>
              <a:rPr lang="en-US" sz="2100" b="1" smtClean="0">
                <a:solidFill>
                  <a:srgbClr val="000000"/>
                </a:solidFill>
                <a:latin typeface="Arial" panose="020B0604020202020204" pitchFamily="34" charset="0"/>
                <a:ea typeface="Inter Medium"/>
                <a:cs typeface="Arial" panose="020B0604020202020204" pitchFamily="34" charset="0"/>
                <a:sym typeface="Inter Medium"/>
              </a:rPr>
              <a:t>09</a:t>
            </a:r>
            <a:endParaRPr lang="en-US" sz="2100" b="1">
              <a:solidFill>
                <a:srgbClr val="000000"/>
              </a:solidFill>
              <a:latin typeface="Arial" panose="020B0604020202020204" pitchFamily="34" charset="0"/>
              <a:ea typeface="Inter Medium"/>
              <a:cs typeface="Arial" panose="020B0604020202020204" pitchFamily="34" charset="0"/>
              <a:sym typeface="Inter Medium"/>
            </a:endParaRPr>
          </a:p>
        </p:txBody>
      </p:sp>
      <p:sp>
        <p:nvSpPr>
          <p:cNvPr id="8" name="Rectangle 7"/>
          <p:cNvSpPr/>
          <p:nvPr/>
        </p:nvSpPr>
        <p:spPr>
          <a:xfrm>
            <a:off x="303961" y="2133600"/>
            <a:ext cx="8686800" cy="3970318"/>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vi-VN" sz="2400" b="1" smtClean="0">
                <a:solidFill>
                  <a:srgbClr val="000000"/>
                </a:solidFill>
                <a:latin typeface="Arial" panose="020B0604020202020204" pitchFamily="34" charset="0"/>
                <a:ea typeface="Inter Italics"/>
                <a:cs typeface="Arial" panose="020B0604020202020204" pitchFamily="34" charset="0"/>
                <a:sym typeface="Inter Italics"/>
              </a:rPr>
              <a:t>Giao diện</a:t>
            </a:r>
            <a:r>
              <a:rPr lang="vi-VN" sz="2400" smtClean="0">
                <a:solidFill>
                  <a:srgbClr val="000000"/>
                </a:solidFill>
                <a:latin typeface="Arial" panose="020B0604020202020204" pitchFamily="34" charset="0"/>
                <a:ea typeface="Inter Italics"/>
                <a:cs typeface="Arial" panose="020B0604020202020204" pitchFamily="34" charset="0"/>
                <a:sym typeface="Inter Italics"/>
              </a:rPr>
              <a:t>: Trực quan, bố cục rõ ràng, dễ sử dụng.</a:t>
            </a:r>
            <a:endParaRPr lang="en-US" sz="2400" smtClean="0">
              <a:solidFill>
                <a:srgbClr val="000000"/>
              </a:solidFill>
              <a:latin typeface="Arial" panose="020B0604020202020204" pitchFamily="34" charset="0"/>
              <a:ea typeface="Inter Italics"/>
              <a:cs typeface="Arial" panose="020B0604020202020204" pitchFamily="34" charset="0"/>
              <a:sym typeface="Inter Italics"/>
            </a:endParaRPr>
          </a:p>
          <a:p>
            <a:pPr marL="342900" indent="-342900" algn="just">
              <a:lnSpc>
                <a:spcPct val="150000"/>
              </a:lnSpc>
              <a:buFont typeface="Arial" panose="020B0604020202020204" pitchFamily="34" charset="0"/>
              <a:buChar char="•"/>
            </a:pPr>
            <a:r>
              <a:rPr lang="vi-VN" sz="2400" b="1" smtClean="0">
                <a:solidFill>
                  <a:srgbClr val="000000"/>
                </a:solidFill>
                <a:latin typeface="Arial" panose="020B0604020202020204" pitchFamily="34" charset="0"/>
                <a:ea typeface="Inter Italics"/>
                <a:cs typeface="Arial" panose="020B0604020202020204" pitchFamily="34" charset="0"/>
                <a:sym typeface="Inter Italics"/>
              </a:rPr>
              <a:t>Hiệu năng</a:t>
            </a:r>
            <a:r>
              <a:rPr lang="vi-VN" sz="2400" smtClean="0">
                <a:solidFill>
                  <a:srgbClr val="000000"/>
                </a:solidFill>
                <a:latin typeface="Arial" panose="020B0604020202020204" pitchFamily="34" charset="0"/>
                <a:ea typeface="Inter Italics"/>
                <a:cs typeface="Arial" panose="020B0604020202020204" pitchFamily="34" charset="0"/>
                <a:sym typeface="Inter Italics"/>
              </a:rPr>
              <a:t>: Đáp ứng nhanh các thao tác tra cứu.</a:t>
            </a:r>
            <a:endParaRPr lang="en-US" sz="2400" smtClean="0">
              <a:solidFill>
                <a:srgbClr val="000000"/>
              </a:solidFill>
              <a:latin typeface="Arial" panose="020B0604020202020204" pitchFamily="34" charset="0"/>
              <a:ea typeface="Inter Italics"/>
              <a:cs typeface="Arial" panose="020B0604020202020204" pitchFamily="34" charset="0"/>
              <a:sym typeface="Inter Italics"/>
            </a:endParaRPr>
          </a:p>
          <a:p>
            <a:pPr marL="342900" indent="-342900" algn="just">
              <a:lnSpc>
                <a:spcPct val="150000"/>
              </a:lnSpc>
              <a:buFont typeface="Arial" panose="020B0604020202020204" pitchFamily="34" charset="0"/>
              <a:buChar char="•"/>
            </a:pPr>
            <a:r>
              <a:rPr lang="vi-VN" sz="2400" b="1" smtClean="0">
                <a:solidFill>
                  <a:srgbClr val="000000"/>
                </a:solidFill>
                <a:latin typeface="Arial" panose="020B0604020202020204" pitchFamily="34" charset="0"/>
                <a:ea typeface="Inter Italics"/>
                <a:cs typeface="Arial" panose="020B0604020202020204" pitchFamily="34" charset="0"/>
                <a:sym typeface="Inter Italics"/>
              </a:rPr>
              <a:t>Bảo mật</a:t>
            </a:r>
            <a:r>
              <a:rPr lang="vi-VN" sz="2400" smtClean="0">
                <a:solidFill>
                  <a:srgbClr val="000000"/>
                </a:solidFill>
                <a:latin typeface="Arial" panose="020B0604020202020204" pitchFamily="34" charset="0"/>
                <a:ea typeface="Inter Italics"/>
                <a:cs typeface="Arial" panose="020B0604020202020204" pitchFamily="34" charset="0"/>
                <a:sym typeface="Inter Italics"/>
              </a:rPr>
              <a:t>: Yêu cầu đăng nhập và phân quyền người dùng.</a:t>
            </a:r>
            <a:endParaRPr lang="en-US" sz="2400" smtClean="0">
              <a:solidFill>
                <a:srgbClr val="000000"/>
              </a:solidFill>
              <a:latin typeface="Arial" panose="020B0604020202020204" pitchFamily="34" charset="0"/>
              <a:ea typeface="Inter Italics"/>
              <a:cs typeface="Arial" panose="020B0604020202020204" pitchFamily="34" charset="0"/>
              <a:sym typeface="Inter Italics"/>
            </a:endParaRPr>
          </a:p>
          <a:p>
            <a:pPr marL="342900" indent="-342900" algn="just">
              <a:lnSpc>
                <a:spcPct val="150000"/>
              </a:lnSpc>
              <a:buFont typeface="Arial" panose="020B0604020202020204" pitchFamily="34" charset="0"/>
              <a:buChar char="•"/>
            </a:pPr>
            <a:r>
              <a:rPr lang="vi-VN" sz="2400" b="1" smtClean="0">
                <a:solidFill>
                  <a:srgbClr val="000000"/>
                </a:solidFill>
                <a:latin typeface="Arial" panose="020B0604020202020204" pitchFamily="34" charset="0"/>
                <a:ea typeface="Inter Italics"/>
                <a:cs typeface="Arial" panose="020B0604020202020204" pitchFamily="34" charset="0"/>
                <a:sym typeface="Inter Italics"/>
              </a:rPr>
              <a:t>Khả năng mở rộng</a:t>
            </a:r>
            <a:r>
              <a:rPr lang="vi-VN" sz="2400" smtClean="0">
                <a:solidFill>
                  <a:srgbClr val="000000"/>
                </a:solidFill>
                <a:latin typeface="Arial" panose="020B0604020202020204" pitchFamily="34" charset="0"/>
                <a:ea typeface="Inter Italics"/>
                <a:cs typeface="Arial" panose="020B0604020202020204" pitchFamily="34" charset="0"/>
                <a:sym typeface="Inter Italics"/>
              </a:rPr>
              <a:t>: Cho phép nâng cấp</a:t>
            </a:r>
            <a:r>
              <a:rPr lang="en-US" sz="2400" smtClean="0">
                <a:solidFill>
                  <a:srgbClr val="000000"/>
                </a:solidFill>
                <a:latin typeface="Arial" panose="020B0604020202020204" pitchFamily="34" charset="0"/>
                <a:ea typeface="Inter Italics"/>
                <a:cs typeface="Arial" panose="020B0604020202020204" pitchFamily="34" charset="0"/>
                <a:sym typeface="Inter Italics"/>
              </a:rPr>
              <a:t> &amp;</a:t>
            </a:r>
            <a:r>
              <a:rPr lang="vi-VN" sz="2400" smtClean="0">
                <a:solidFill>
                  <a:srgbClr val="000000"/>
                </a:solidFill>
                <a:latin typeface="Arial" panose="020B0604020202020204" pitchFamily="34" charset="0"/>
                <a:ea typeface="Inter Italics"/>
                <a:cs typeface="Arial" panose="020B0604020202020204" pitchFamily="34" charset="0"/>
                <a:sym typeface="Inter Italics"/>
              </a:rPr>
              <a:t> bổ sung </a:t>
            </a:r>
            <a:r>
              <a:rPr lang="en-US" sz="2400" smtClean="0">
                <a:solidFill>
                  <a:srgbClr val="000000"/>
                </a:solidFill>
                <a:latin typeface="Arial" panose="020B0604020202020204" pitchFamily="34" charset="0"/>
                <a:ea typeface="Inter Italics"/>
                <a:cs typeface="Arial" panose="020B0604020202020204" pitchFamily="34" charset="0"/>
                <a:sym typeface="Inter Italics"/>
              </a:rPr>
              <a:t>các </a:t>
            </a:r>
            <a:r>
              <a:rPr lang="vi-VN" sz="2400" smtClean="0">
                <a:solidFill>
                  <a:srgbClr val="000000"/>
                </a:solidFill>
                <a:latin typeface="Arial" panose="020B0604020202020204" pitchFamily="34" charset="0"/>
                <a:ea typeface="Inter Italics"/>
                <a:cs typeface="Arial" panose="020B0604020202020204" pitchFamily="34" charset="0"/>
                <a:sym typeface="Inter Italics"/>
              </a:rPr>
              <a:t>chức năng.</a:t>
            </a:r>
            <a:endParaRPr lang="en-US" sz="2400" smtClean="0">
              <a:solidFill>
                <a:srgbClr val="000000"/>
              </a:solidFill>
              <a:latin typeface="Arial" panose="020B0604020202020204" pitchFamily="34" charset="0"/>
              <a:ea typeface="Inter Italics"/>
              <a:cs typeface="Arial" panose="020B0604020202020204" pitchFamily="34" charset="0"/>
              <a:sym typeface="Inter Italics"/>
            </a:endParaRPr>
          </a:p>
          <a:p>
            <a:pPr marL="342900" indent="-342900" algn="just">
              <a:lnSpc>
                <a:spcPct val="150000"/>
              </a:lnSpc>
              <a:buFont typeface="Arial" panose="020B0604020202020204" pitchFamily="34" charset="0"/>
              <a:buChar char="•"/>
            </a:pPr>
            <a:r>
              <a:rPr lang="vi-VN" sz="2400" b="1" smtClean="0">
                <a:solidFill>
                  <a:srgbClr val="000000"/>
                </a:solidFill>
                <a:latin typeface="Arial" panose="020B0604020202020204" pitchFamily="34" charset="0"/>
                <a:ea typeface="Inter Italics"/>
                <a:cs typeface="Arial" panose="020B0604020202020204" pitchFamily="34" charset="0"/>
                <a:sym typeface="Inter Italics"/>
              </a:rPr>
              <a:t>Tính ổn định</a:t>
            </a:r>
            <a:r>
              <a:rPr lang="vi-VN" sz="2400" smtClean="0">
                <a:solidFill>
                  <a:srgbClr val="000000"/>
                </a:solidFill>
                <a:latin typeface="Arial" panose="020B0604020202020204" pitchFamily="34" charset="0"/>
                <a:ea typeface="Inter Italics"/>
                <a:cs typeface="Arial" panose="020B0604020202020204" pitchFamily="34" charset="0"/>
                <a:sym typeface="Inter Italics"/>
              </a:rPr>
              <a:t>: Hoạt động ổn định</a:t>
            </a:r>
            <a:r>
              <a:rPr lang="en-US" sz="2400" smtClean="0">
                <a:solidFill>
                  <a:srgbClr val="000000"/>
                </a:solidFill>
                <a:latin typeface="Arial" panose="020B0604020202020204" pitchFamily="34" charset="0"/>
                <a:ea typeface="Inter Italics"/>
                <a:cs typeface="Arial" panose="020B0604020202020204" pitchFamily="34" charset="0"/>
                <a:sym typeface="Inter Italics"/>
              </a:rPr>
              <a:t> và </a:t>
            </a:r>
            <a:r>
              <a:rPr lang="vi-VN" sz="2400" smtClean="0">
                <a:solidFill>
                  <a:srgbClr val="000000"/>
                </a:solidFill>
                <a:latin typeface="Arial" panose="020B0604020202020204" pitchFamily="34" charset="0"/>
                <a:ea typeface="Inter Italics"/>
                <a:cs typeface="Arial" panose="020B0604020202020204" pitchFamily="34" charset="0"/>
                <a:sym typeface="Inter Italics"/>
              </a:rPr>
              <a:t>đảm bảo độ chính xác</a:t>
            </a:r>
            <a:r>
              <a:rPr lang="en-US" sz="2400" smtClean="0">
                <a:solidFill>
                  <a:srgbClr val="000000"/>
                </a:solidFill>
                <a:latin typeface="Arial" panose="020B0604020202020204" pitchFamily="34" charset="0"/>
                <a:ea typeface="Inter Italics"/>
                <a:cs typeface="Arial" panose="020B0604020202020204" pitchFamily="34" charset="0"/>
                <a:sym typeface="Inter Italics"/>
              </a:rPr>
              <a:t> của dữ liệu</a:t>
            </a:r>
            <a:r>
              <a:rPr lang="vi-VN" sz="2400" smtClean="0">
                <a:solidFill>
                  <a:srgbClr val="000000"/>
                </a:solidFill>
                <a:latin typeface="Arial" panose="020B0604020202020204" pitchFamily="34" charset="0"/>
                <a:ea typeface="Inter Italics"/>
                <a:cs typeface="Arial" panose="020B0604020202020204" pitchFamily="34" charset="0"/>
                <a:sym typeface="Inter Italics"/>
              </a:rPr>
              <a:t>.</a:t>
            </a:r>
            <a:endParaRPr lang="en-US" sz="2400" smtClean="0">
              <a:solidFill>
                <a:srgbClr val="000000"/>
              </a:solidFill>
              <a:latin typeface="Arial" panose="020B0604020202020204" pitchFamily="34" charset="0"/>
              <a:ea typeface="Inter Italics"/>
              <a:cs typeface="Arial" panose="020B0604020202020204" pitchFamily="34" charset="0"/>
              <a:sym typeface="Inter Italics"/>
            </a:endParaRPr>
          </a:p>
        </p:txBody>
      </p:sp>
      <p:sp>
        <p:nvSpPr>
          <p:cNvPr id="4" name="Rectangle 3"/>
          <p:cNvSpPr/>
          <p:nvPr/>
        </p:nvSpPr>
        <p:spPr>
          <a:xfrm>
            <a:off x="464150" y="703673"/>
            <a:ext cx="5174650" cy="1224181"/>
          </a:xfrm>
          <a:prstGeom prst="rect">
            <a:avLst/>
          </a:prstGeom>
        </p:spPr>
        <p:txBody>
          <a:bodyPr wrap="square">
            <a:spAutoFit/>
          </a:bodyPr>
          <a:lstStyle/>
          <a:p>
            <a:pPr>
              <a:lnSpc>
                <a:spcPct val="150000"/>
              </a:lnSpc>
            </a:pPr>
            <a:r>
              <a:rPr lang="en-US" sz="2800" b="1">
                <a:latin typeface="Arial" panose="020B0604020202020204" pitchFamily="34" charset="0"/>
                <a:cs typeface="Arial" panose="020B0604020202020204" pitchFamily="34" charset="0"/>
              </a:rPr>
              <a:t>Phân tích đặc tả hệ thống (2)</a:t>
            </a:r>
          </a:p>
          <a:p>
            <a:pPr>
              <a:lnSpc>
                <a:spcPct val="150000"/>
              </a:lnSpc>
            </a:pPr>
            <a:r>
              <a:rPr lang="en-US" sz="2400" i="1">
                <a:latin typeface="Arial" panose="020B0604020202020204" pitchFamily="34" charset="0"/>
                <a:cs typeface="Arial" panose="020B0604020202020204" pitchFamily="34" charset="0"/>
              </a:rPr>
              <a:t>Đặc tả yêu cầu phi chức năng</a:t>
            </a:r>
          </a:p>
        </p:txBody>
      </p:sp>
    </p:spTree>
    <p:extLst>
      <p:ext uri="{BB962C8B-B14F-4D97-AF65-F5344CB8AC3E}">
        <p14:creationId xmlns:p14="http://schemas.microsoft.com/office/powerpoint/2010/main" val="270393131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sp>
        <p:nvSpPr>
          <p:cNvPr id="10" name="Freeform 10"/>
          <p:cNvSpPr/>
          <p:nvPr/>
        </p:nvSpPr>
        <p:spPr>
          <a:xfrm>
            <a:off x="-983650" y="85113"/>
            <a:ext cx="1447800" cy="1506174"/>
          </a:xfrm>
          <a:custGeom>
            <a:avLst/>
            <a:gdLst/>
            <a:ahLst/>
            <a:cxnLst/>
            <a:rect l="l" t="t" r="r" b="b"/>
            <a:pathLst>
              <a:path w="4062430" h="4114800">
                <a:moveTo>
                  <a:pt x="0" y="0"/>
                </a:moveTo>
                <a:lnTo>
                  <a:pt x="4062430" y="0"/>
                </a:lnTo>
                <a:lnTo>
                  <a:pt x="4062430" y="4114800"/>
                </a:lnTo>
                <a:lnTo>
                  <a:pt x="0" y="4114800"/>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11" name="Freeform 11"/>
          <p:cNvSpPr/>
          <p:nvPr/>
        </p:nvSpPr>
        <p:spPr>
          <a:xfrm>
            <a:off x="-414355" y="6400800"/>
            <a:ext cx="1481155" cy="1295400"/>
          </a:xfrm>
          <a:custGeom>
            <a:avLst/>
            <a:gdLst/>
            <a:ahLst/>
            <a:cxnLst/>
            <a:rect l="l" t="t" r="r" b="b"/>
            <a:pathLst>
              <a:path w="4581255" h="4114800">
                <a:moveTo>
                  <a:pt x="0" y="0"/>
                </a:moveTo>
                <a:lnTo>
                  <a:pt x="4581255" y="0"/>
                </a:lnTo>
                <a:lnTo>
                  <a:pt x="4581255" y="4114800"/>
                </a:lnTo>
                <a:lnTo>
                  <a:pt x="0" y="4114800"/>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14" name="Freeform 14"/>
          <p:cNvSpPr/>
          <p:nvPr/>
        </p:nvSpPr>
        <p:spPr>
          <a:xfrm flipH="1" flipV="1">
            <a:off x="6324600" y="228600"/>
            <a:ext cx="3612007" cy="2024564"/>
          </a:xfrm>
          <a:custGeom>
            <a:avLst/>
            <a:gdLst/>
            <a:ahLst/>
            <a:cxnLst/>
            <a:rect l="l" t="t" r="r" b="b"/>
            <a:pathLst>
              <a:path w="7147278" h="3993541">
                <a:moveTo>
                  <a:pt x="7147278" y="3993542"/>
                </a:moveTo>
                <a:lnTo>
                  <a:pt x="0" y="3993542"/>
                </a:lnTo>
                <a:lnTo>
                  <a:pt x="0" y="0"/>
                </a:lnTo>
                <a:lnTo>
                  <a:pt x="7147278" y="0"/>
                </a:lnTo>
                <a:lnTo>
                  <a:pt x="7147278" y="3993542"/>
                </a:lnTo>
                <a:close/>
              </a:path>
            </a:pathLst>
          </a:custGeom>
          <a:blipFill>
            <a:blip r:embed="rId7"/>
            <a:stretch>
              <a:fillRect/>
            </a:stretch>
          </a:blipFill>
        </p:spPr>
      </p:sp>
      <p:sp>
        <p:nvSpPr>
          <p:cNvPr id="18" name="TextBox 4"/>
          <p:cNvSpPr txBox="1"/>
          <p:nvPr/>
        </p:nvSpPr>
        <p:spPr>
          <a:xfrm>
            <a:off x="7270829" y="6324600"/>
            <a:ext cx="1393249" cy="340221"/>
          </a:xfrm>
          <a:prstGeom prst="rect">
            <a:avLst/>
          </a:prstGeom>
        </p:spPr>
        <p:txBody>
          <a:bodyPr lIns="0" tIns="0" rIns="0" bIns="0" rtlCol="0" anchor="t">
            <a:spAutoFit/>
          </a:bodyPr>
          <a:lstStyle/>
          <a:p>
            <a:pPr algn="r">
              <a:lnSpc>
                <a:spcPts val="2940"/>
              </a:lnSpc>
              <a:spcBef>
                <a:spcPct val="0"/>
              </a:spcBef>
            </a:pPr>
            <a:r>
              <a:rPr lang="en-US" sz="2100" b="1">
                <a:solidFill>
                  <a:srgbClr val="000000"/>
                </a:solidFill>
                <a:latin typeface="Arial" panose="020B0604020202020204" pitchFamily="34" charset="0"/>
                <a:ea typeface="Inter Medium"/>
                <a:cs typeface="Arial" panose="020B0604020202020204" pitchFamily="34" charset="0"/>
                <a:sym typeface="Inter Medium"/>
              </a:rPr>
              <a:t>PAGE </a:t>
            </a:r>
            <a:r>
              <a:rPr lang="en-US" sz="2100" b="1" smtClean="0">
                <a:solidFill>
                  <a:srgbClr val="000000"/>
                </a:solidFill>
                <a:latin typeface="Arial" panose="020B0604020202020204" pitchFamily="34" charset="0"/>
                <a:ea typeface="Inter Medium"/>
                <a:cs typeface="Arial" panose="020B0604020202020204" pitchFamily="34" charset="0"/>
                <a:sym typeface="Inter Medium"/>
              </a:rPr>
              <a:t>10</a:t>
            </a:r>
            <a:endParaRPr lang="en-US" sz="2100" b="1">
              <a:solidFill>
                <a:srgbClr val="000000"/>
              </a:solidFill>
              <a:latin typeface="Arial" panose="020B0604020202020204" pitchFamily="34" charset="0"/>
              <a:ea typeface="Inter Medium"/>
              <a:cs typeface="Arial" panose="020B0604020202020204" pitchFamily="34" charset="0"/>
              <a:sym typeface="Inter Medium"/>
            </a:endParaRPr>
          </a:p>
        </p:txBody>
      </p:sp>
      <p:sp>
        <p:nvSpPr>
          <p:cNvPr id="7" name="Rectangle 6"/>
          <p:cNvSpPr/>
          <p:nvPr/>
        </p:nvSpPr>
        <p:spPr>
          <a:xfrm>
            <a:off x="509160" y="201409"/>
            <a:ext cx="8527450" cy="1292662"/>
          </a:xfrm>
          <a:prstGeom prst="rect">
            <a:avLst/>
          </a:prstGeom>
        </p:spPr>
        <p:txBody>
          <a:bodyPr wrap="square">
            <a:spAutoFit/>
          </a:bodyPr>
          <a:lstStyle/>
          <a:p>
            <a:pPr algn="just">
              <a:lnSpc>
                <a:spcPct val="150000"/>
              </a:lnSpc>
            </a:pPr>
            <a:r>
              <a:rPr lang="en-US" sz="2800" b="1" smtClean="0">
                <a:solidFill>
                  <a:srgbClr val="000000"/>
                </a:solidFill>
                <a:latin typeface="Arial" panose="020B0604020202020204" pitchFamily="34" charset="0"/>
                <a:ea typeface="Inter Italics"/>
                <a:cs typeface="Arial" panose="020B0604020202020204" pitchFamily="34" charset="0"/>
                <a:sym typeface="Inter Italics"/>
              </a:rPr>
              <a:t>Thiết kế hệ thống (1)</a:t>
            </a:r>
          </a:p>
          <a:p>
            <a:pPr algn="just">
              <a:lnSpc>
                <a:spcPct val="150000"/>
              </a:lnSpc>
            </a:pPr>
            <a:r>
              <a:rPr lang="en-US" sz="2400" i="1" smtClean="0">
                <a:solidFill>
                  <a:srgbClr val="000000"/>
                </a:solidFill>
                <a:latin typeface="Arial" panose="020B0604020202020204" pitchFamily="34" charset="0"/>
                <a:ea typeface="Inter Italics"/>
                <a:cs typeface="Arial" panose="020B0604020202020204" pitchFamily="34" charset="0"/>
                <a:sym typeface="Inter Italics"/>
              </a:rPr>
              <a:t>Biểu đồ Use Case tổng quát</a:t>
            </a:r>
          </a:p>
        </p:txBody>
      </p:sp>
      <p:pic>
        <p:nvPicPr>
          <p:cNvPr id="9" name="Picture 8"/>
          <p:cNvPicPr>
            <a:picLocks noChangeAspect="1"/>
          </p:cNvPicPr>
          <p:nvPr/>
        </p:nvPicPr>
        <p:blipFill>
          <a:blip r:embed="rId8"/>
          <a:stretch>
            <a:fillRect/>
          </a:stretch>
        </p:blipFill>
        <p:spPr>
          <a:xfrm>
            <a:off x="500598" y="1494071"/>
            <a:ext cx="7894489" cy="4800600"/>
          </a:xfrm>
          <a:prstGeom prst="rect">
            <a:avLst/>
          </a:prstGeom>
        </p:spPr>
      </p:pic>
    </p:spTree>
    <p:extLst>
      <p:ext uri="{BB962C8B-B14F-4D97-AF65-F5344CB8AC3E}">
        <p14:creationId xmlns:p14="http://schemas.microsoft.com/office/powerpoint/2010/main" val="263191025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sp>
        <p:nvSpPr>
          <p:cNvPr id="10" name="Freeform 10"/>
          <p:cNvSpPr/>
          <p:nvPr/>
        </p:nvSpPr>
        <p:spPr>
          <a:xfrm>
            <a:off x="-983650" y="85113"/>
            <a:ext cx="1447800" cy="1506174"/>
          </a:xfrm>
          <a:custGeom>
            <a:avLst/>
            <a:gdLst/>
            <a:ahLst/>
            <a:cxnLst/>
            <a:rect l="l" t="t" r="r" b="b"/>
            <a:pathLst>
              <a:path w="4062430" h="4114800">
                <a:moveTo>
                  <a:pt x="0" y="0"/>
                </a:moveTo>
                <a:lnTo>
                  <a:pt x="4062430" y="0"/>
                </a:lnTo>
                <a:lnTo>
                  <a:pt x="4062430" y="4114800"/>
                </a:lnTo>
                <a:lnTo>
                  <a:pt x="0" y="4114800"/>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11" name="Freeform 11"/>
          <p:cNvSpPr/>
          <p:nvPr/>
        </p:nvSpPr>
        <p:spPr>
          <a:xfrm>
            <a:off x="-414355" y="6400800"/>
            <a:ext cx="1481155" cy="1295400"/>
          </a:xfrm>
          <a:custGeom>
            <a:avLst/>
            <a:gdLst/>
            <a:ahLst/>
            <a:cxnLst/>
            <a:rect l="l" t="t" r="r" b="b"/>
            <a:pathLst>
              <a:path w="4581255" h="4114800">
                <a:moveTo>
                  <a:pt x="0" y="0"/>
                </a:moveTo>
                <a:lnTo>
                  <a:pt x="4581255" y="0"/>
                </a:lnTo>
                <a:lnTo>
                  <a:pt x="4581255" y="4114800"/>
                </a:lnTo>
                <a:lnTo>
                  <a:pt x="0" y="4114800"/>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14" name="Freeform 14"/>
          <p:cNvSpPr/>
          <p:nvPr/>
        </p:nvSpPr>
        <p:spPr>
          <a:xfrm flipH="1" flipV="1">
            <a:off x="7280247" y="724157"/>
            <a:ext cx="3612007" cy="2024564"/>
          </a:xfrm>
          <a:custGeom>
            <a:avLst/>
            <a:gdLst/>
            <a:ahLst/>
            <a:cxnLst/>
            <a:rect l="l" t="t" r="r" b="b"/>
            <a:pathLst>
              <a:path w="7147278" h="3993541">
                <a:moveTo>
                  <a:pt x="7147278" y="3993542"/>
                </a:moveTo>
                <a:lnTo>
                  <a:pt x="0" y="3993542"/>
                </a:lnTo>
                <a:lnTo>
                  <a:pt x="0" y="0"/>
                </a:lnTo>
                <a:lnTo>
                  <a:pt x="7147278" y="0"/>
                </a:lnTo>
                <a:lnTo>
                  <a:pt x="7147278" y="3993542"/>
                </a:lnTo>
                <a:close/>
              </a:path>
            </a:pathLst>
          </a:custGeom>
          <a:blipFill>
            <a:blip r:embed="rId7"/>
            <a:stretch>
              <a:fillRect/>
            </a:stretch>
          </a:blipFill>
        </p:spPr>
      </p:sp>
      <p:sp>
        <p:nvSpPr>
          <p:cNvPr id="18" name="TextBox 4"/>
          <p:cNvSpPr txBox="1"/>
          <p:nvPr/>
        </p:nvSpPr>
        <p:spPr>
          <a:xfrm>
            <a:off x="7270829" y="6324600"/>
            <a:ext cx="1393249" cy="340221"/>
          </a:xfrm>
          <a:prstGeom prst="rect">
            <a:avLst/>
          </a:prstGeom>
        </p:spPr>
        <p:txBody>
          <a:bodyPr lIns="0" tIns="0" rIns="0" bIns="0" rtlCol="0" anchor="t">
            <a:spAutoFit/>
          </a:bodyPr>
          <a:lstStyle/>
          <a:p>
            <a:pPr algn="r">
              <a:lnSpc>
                <a:spcPts val="2940"/>
              </a:lnSpc>
              <a:spcBef>
                <a:spcPct val="0"/>
              </a:spcBef>
            </a:pPr>
            <a:r>
              <a:rPr lang="en-US" sz="2100" b="1">
                <a:solidFill>
                  <a:srgbClr val="000000"/>
                </a:solidFill>
                <a:latin typeface="Arial" panose="020B0604020202020204" pitchFamily="34" charset="0"/>
                <a:ea typeface="Inter Medium"/>
                <a:cs typeface="Arial" panose="020B0604020202020204" pitchFamily="34" charset="0"/>
                <a:sym typeface="Inter Medium"/>
              </a:rPr>
              <a:t>PAGE </a:t>
            </a:r>
            <a:r>
              <a:rPr lang="en-US" sz="2100" b="1" smtClean="0">
                <a:solidFill>
                  <a:srgbClr val="000000"/>
                </a:solidFill>
                <a:latin typeface="Arial" panose="020B0604020202020204" pitchFamily="34" charset="0"/>
                <a:ea typeface="Inter Medium"/>
                <a:cs typeface="Arial" panose="020B0604020202020204" pitchFamily="34" charset="0"/>
                <a:sym typeface="Inter Medium"/>
              </a:rPr>
              <a:t>11</a:t>
            </a:r>
            <a:endParaRPr lang="en-US" sz="2100" b="1">
              <a:solidFill>
                <a:srgbClr val="000000"/>
              </a:solidFill>
              <a:latin typeface="Arial" panose="020B0604020202020204" pitchFamily="34" charset="0"/>
              <a:ea typeface="Inter Medium"/>
              <a:cs typeface="Arial" panose="020B0604020202020204" pitchFamily="34" charset="0"/>
              <a:sym typeface="Inter Medium"/>
            </a:endParaRPr>
          </a:p>
        </p:txBody>
      </p:sp>
      <p:sp>
        <p:nvSpPr>
          <p:cNvPr id="8" name="Title 1"/>
          <p:cNvSpPr txBox="1">
            <a:spLocks/>
          </p:cNvSpPr>
          <p:nvPr/>
        </p:nvSpPr>
        <p:spPr>
          <a:xfrm>
            <a:off x="152400" y="369021"/>
            <a:ext cx="8271130" cy="771237"/>
          </a:xfrm>
          <a:prstGeom prst="rect">
            <a:avLst/>
          </a:prstGeom>
        </p:spPr>
        <p:txBody>
          <a:bodyPr>
            <a:noAutofit/>
          </a:bodyPr>
          <a:lstStyle>
            <a:lvl1pPr algn="ctr" defTabSz="457200" rtl="0" eaLnBrk="1" latinLnBrk="0" hangingPunct="1">
              <a:spcBef>
                <a:spcPct val="0"/>
              </a:spcBef>
              <a:buNone/>
              <a:defRPr sz="2200" kern="1200">
                <a:solidFill>
                  <a:schemeClr val="tx1"/>
                </a:solidFill>
                <a:latin typeface="+mj-lt"/>
                <a:ea typeface="+mj-ea"/>
                <a:cs typeface="+mj-cs"/>
              </a:defRPr>
            </a:lvl1pPr>
          </a:lstStyle>
          <a:p>
            <a:r>
              <a:rPr lang="en-US" sz="3200" b="1" smtClean="0">
                <a:latin typeface="Arial" panose="020B0604020202020204" pitchFamily="34" charset="0"/>
                <a:cs typeface="Arial" panose="020B0604020202020204" pitchFamily="34" charset="0"/>
              </a:rPr>
              <a:t>NỘI DUNG THỰC HIỆN</a:t>
            </a:r>
            <a:endParaRPr lang="en-US" sz="3200" b="1" dirty="0">
              <a:latin typeface="Arial" panose="020B0604020202020204" pitchFamily="34" charset="0"/>
              <a:cs typeface="Arial" panose="020B0604020202020204" pitchFamily="34" charset="0"/>
            </a:endParaRPr>
          </a:p>
        </p:txBody>
      </p:sp>
      <p:sp>
        <p:nvSpPr>
          <p:cNvPr id="12" name="Rectangle 11"/>
          <p:cNvSpPr/>
          <p:nvPr/>
        </p:nvSpPr>
        <p:spPr>
          <a:xfrm>
            <a:off x="326222" y="985058"/>
            <a:ext cx="8603650" cy="658835"/>
          </a:xfrm>
          <a:prstGeom prst="rect">
            <a:avLst/>
          </a:prstGeom>
        </p:spPr>
        <p:txBody>
          <a:bodyPr wrap="square">
            <a:spAutoFit/>
          </a:bodyPr>
          <a:lstStyle/>
          <a:p>
            <a:pPr algn="just">
              <a:lnSpc>
                <a:spcPct val="150000"/>
              </a:lnSpc>
            </a:pPr>
            <a:r>
              <a:rPr lang="en-US" sz="2800" b="1">
                <a:solidFill>
                  <a:srgbClr val="000000"/>
                </a:solidFill>
                <a:latin typeface="Arial" panose="020B0604020202020204" pitchFamily="34" charset="0"/>
                <a:ea typeface="Inter Bold"/>
                <a:cs typeface="Arial" panose="020B0604020202020204" pitchFamily="34" charset="0"/>
                <a:sym typeface="Inter Bold"/>
              </a:rPr>
              <a:t>Chức năng hệ </a:t>
            </a:r>
            <a:r>
              <a:rPr lang="en-US" sz="2800" b="1" smtClean="0">
                <a:solidFill>
                  <a:srgbClr val="000000"/>
                </a:solidFill>
                <a:latin typeface="Arial" panose="020B0604020202020204" pitchFamily="34" charset="0"/>
                <a:ea typeface="Inter Bold"/>
                <a:cs typeface="Arial" panose="020B0604020202020204" pitchFamily="34" charset="0"/>
                <a:sym typeface="Inter Bold"/>
              </a:rPr>
              <a:t>thống</a:t>
            </a:r>
            <a:endParaRPr lang="en-US" sz="2800" b="1">
              <a:solidFill>
                <a:srgbClr val="000000"/>
              </a:solidFill>
              <a:latin typeface="Arial" panose="020B0604020202020204" pitchFamily="34" charset="0"/>
              <a:ea typeface="Inter Bold"/>
              <a:cs typeface="Arial" panose="020B0604020202020204" pitchFamily="34" charset="0"/>
              <a:sym typeface="Inter Bold"/>
            </a:endParaRPr>
          </a:p>
        </p:txBody>
      </p:sp>
      <p:graphicFrame>
        <p:nvGraphicFramePr>
          <p:cNvPr id="2" name="Table 1"/>
          <p:cNvGraphicFramePr>
            <a:graphicFrameLocks noGrp="1"/>
          </p:cNvGraphicFramePr>
          <p:nvPr>
            <p:extLst>
              <p:ext uri="{D42A27DB-BD31-4B8C-83A1-F6EECF244321}">
                <p14:modId xmlns:p14="http://schemas.microsoft.com/office/powerpoint/2010/main" val="1344569119"/>
              </p:ext>
            </p:extLst>
          </p:nvPr>
        </p:nvGraphicFramePr>
        <p:xfrm>
          <a:off x="375419" y="1946423"/>
          <a:ext cx="8288659" cy="3937218"/>
        </p:xfrm>
        <a:graphic>
          <a:graphicData uri="http://schemas.openxmlformats.org/drawingml/2006/table">
            <a:tbl>
              <a:tblPr firstRow="1" bandRow="1">
                <a:tableStyleId>{22838BEF-8BB2-4498-84A7-C5851F593DF1}</a:tableStyleId>
              </a:tblPr>
              <a:tblGrid>
                <a:gridCol w="838200"/>
                <a:gridCol w="3352800"/>
                <a:gridCol w="4097659"/>
              </a:tblGrid>
              <a:tr h="754630">
                <a:tc>
                  <a:txBody>
                    <a:bodyPr/>
                    <a:lstStyle/>
                    <a:p>
                      <a:pPr>
                        <a:lnSpc>
                          <a:spcPct val="150000"/>
                        </a:lnSpc>
                      </a:pPr>
                      <a:r>
                        <a:rPr lang="en-US" sz="2200" b="0" smtClean="0">
                          <a:latin typeface="Arial" panose="020B0604020202020204" pitchFamily="34" charset="0"/>
                          <a:cs typeface="Arial" panose="020B0604020202020204" pitchFamily="34" charset="0"/>
                        </a:rPr>
                        <a:t>STT</a:t>
                      </a:r>
                      <a:endParaRPr lang="en-US" sz="2200" b="0">
                        <a:latin typeface="Arial" panose="020B0604020202020204" pitchFamily="34" charset="0"/>
                        <a:cs typeface="Arial" panose="020B0604020202020204" pitchFamily="34" charset="0"/>
                      </a:endParaRPr>
                    </a:p>
                  </a:txBody>
                  <a:tcPr/>
                </a:tc>
                <a:tc>
                  <a:txBody>
                    <a:bodyPr/>
                    <a:lstStyle/>
                    <a:p>
                      <a:pPr>
                        <a:lnSpc>
                          <a:spcPct val="150000"/>
                        </a:lnSpc>
                      </a:pPr>
                      <a:r>
                        <a:rPr lang="en-US" sz="2200" b="0" smtClean="0">
                          <a:latin typeface="Arial" panose="020B0604020202020204" pitchFamily="34" charset="0"/>
                          <a:cs typeface="Arial" panose="020B0604020202020204" pitchFamily="34" charset="0"/>
                        </a:rPr>
                        <a:t>CHỨC</a:t>
                      </a:r>
                      <a:r>
                        <a:rPr lang="en-US" sz="2200" b="0" baseline="0" smtClean="0">
                          <a:latin typeface="Arial" panose="020B0604020202020204" pitchFamily="34" charset="0"/>
                          <a:cs typeface="Arial" panose="020B0604020202020204" pitchFamily="34" charset="0"/>
                        </a:rPr>
                        <a:t> NĂNG</a:t>
                      </a:r>
                      <a:endParaRPr lang="en-US" sz="2200" b="0">
                        <a:latin typeface="Arial" panose="020B0604020202020204" pitchFamily="34" charset="0"/>
                        <a:cs typeface="Arial" panose="020B0604020202020204" pitchFamily="34" charset="0"/>
                      </a:endParaRPr>
                    </a:p>
                  </a:txBody>
                  <a:tcPr/>
                </a:tc>
                <a:tc>
                  <a:txBody>
                    <a:bodyPr/>
                    <a:lstStyle/>
                    <a:p>
                      <a:pPr>
                        <a:lnSpc>
                          <a:spcPct val="150000"/>
                        </a:lnSpc>
                      </a:pPr>
                      <a:r>
                        <a:rPr lang="en-US" sz="2200" b="0" smtClean="0">
                          <a:latin typeface="Arial" panose="020B0604020202020204" pitchFamily="34" charset="0"/>
                          <a:cs typeface="Arial" panose="020B0604020202020204" pitchFamily="34" charset="0"/>
                        </a:rPr>
                        <a:t>MÔ</a:t>
                      </a:r>
                      <a:r>
                        <a:rPr lang="en-US" sz="2200" b="0" baseline="0" smtClean="0">
                          <a:latin typeface="Arial" panose="020B0604020202020204" pitchFamily="34" charset="0"/>
                          <a:cs typeface="Arial" panose="020B0604020202020204" pitchFamily="34" charset="0"/>
                        </a:rPr>
                        <a:t> TẢ</a:t>
                      </a:r>
                      <a:endParaRPr lang="en-US" sz="2200" b="0">
                        <a:latin typeface="Arial" panose="020B0604020202020204" pitchFamily="34" charset="0"/>
                        <a:cs typeface="Arial" panose="020B0604020202020204" pitchFamily="34" charset="0"/>
                      </a:endParaRPr>
                    </a:p>
                  </a:txBody>
                  <a:tcPr/>
                </a:tc>
              </a:tr>
              <a:tr h="836664">
                <a:tc>
                  <a:txBody>
                    <a:bodyPr/>
                    <a:lstStyle/>
                    <a:p>
                      <a:pPr>
                        <a:lnSpc>
                          <a:spcPct val="150000"/>
                        </a:lnSpc>
                      </a:pPr>
                      <a:r>
                        <a:rPr lang="en-US" sz="2200" b="0" smtClean="0">
                          <a:latin typeface="Arial" panose="020B0604020202020204" pitchFamily="34" charset="0"/>
                          <a:cs typeface="Arial" panose="020B0604020202020204" pitchFamily="34" charset="0"/>
                        </a:rPr>
                        <a:t>1</a:t>
                      </a:r>
                      <a:endParaRPr lang="en-US" sz="2200" b="0">
                        <a:latin typeface="Arial" panose="020B0604020202020204" pitchFamily="34" charset="0"/>
                        <a:cs typeface="Arial" panose="020B0604020202020204" pitchFamily="34" charset="0"/>
                      </a:endParaRPr>
                    </a:p>
                  </a:txBody>
                  <a:tcPr/>
                </a:tc>
                <a:tc>
                  <a:txBody>
                    <a:bodyPr/>
                    <a:lstStyle/>
                    <a:p>
                      <a:pPr>
                        <a:lnSpc>
                          <a:spcPct val="150000"/>
                        </a:lnSpc>
                      </a:pPr>
                      <a:r>
                        <a:rPr lang="en-US" sz="2200" b="0" smtClean="0">
                          <a:latin typeface="Arial" panose="020B0604020202020204" pitchFamily="34" charset="0"/>
                          <a:cs typeface="Arial" panose="020B0604020202020204" pitchFamily="34" charset="0"/>
                        </a:rPr>
                        <a:t>Quản lý</a:t>
                      </a:r>
                      <a:r>
                        <a:rPr lang="en-US" sz="2200" b="0" baseline="0" smtClean="0">
                          <a:latin typeface="Arial" panose="020B0604020202020204" pitchFamily="34" charset="0"/>
                          <a:cs typeface="Arial" panose="020B0604020202020204" pitchFamily="34" charset="0"/>
                        </a:rPr>
                        <a:t> người dùng</a:t>
                      </a:r>
                      <a:endParaRPr lang="en-US" sz="2200" b="0">
                        <a:latin typeface="Arial" panose="020B0604020202020204" pitchFamily="34" charset="0"/>
                        <a:cs typeface="Arial" panose="020B0604020202020204" pitchFamily="34" charset="0"/>
                      </a:endParaRPr>
                    </a:p>
                  </a:txBody>
                  <a:tcPr/>
                </a:tc>
                <a:tc>
                  <a:txBody>
                    <a:bodyPr/>
                    <a:lstStyle/>
                    <a:p>
                      <a:pPr>
                        <a:lnSpc>
                          <a:spcPct val="150000"/>
                        </a:lnSpc>
                      </a:pPr>
                      <a:r>
                        <a:rPr lang="en-US" sz="2200" b="0" smtClean="0">
                          <a:latin typeface="Arial" panose="020B0604020202020204" pitchFamily="34" charset="0"/>
                          <a:cs typeface="Arial" panose="020B0604020202020204" pitchFamily="34" charset="0"/>
                        </a:rPr>
                        <a:t>Đăng</a:t>
                      </a:r>
                      <a:r>
                        <a:rPr lang="en-US" sz="2200" b="0" baseline="0" smtClean="0">
                          <a:latin typeface="Arial" panose="020B0604020202020204" pitchFamily="34" charset="0"/>
                          <a:cs typeface="Arial" panose="020B0604020202020204" pitchFamily="34" charset="0"/>
                        </a:rPr>
                        <a:t> nhập, phân quyền</a:t>
                      </a:r>
                      <a:endParaRPr lang="en-US" sz="2200" b="0">
                        <a:latin typeface="Arial" panose="020B0604020202020204" pitchFamily="34" charset="0"/>
                        <a:cs typeface="Arial" panose="020B0604020202020204" pitchFamily="34" charset="0"/>
                      </a:endParaRPr>
                    </a:p>
                  </a:txBody>
                  <a:tcPr/>
                </a:tc>
              </a:tr>
              <a:tr h="836664">
                <a:tc>
                  <a:txBody>
                    <a:bodyPr/>
                    <a:lstStyle/>
                    <a:p>
                      <a:pPr>
                        <a:lnSpc>
                          <a:spcPct val="150000"/>
                        </a:lnSpc>
                      </a:pPr>
                      <a:r>
                        <a:rPr lang="en-US" sz="2200" b="0" smtClean="0">
                          <a:latin typeface="Arial" panose="020B0604020202020204" pitchFamily="34" charset="0"/>
                          <a:cs typeface="Arial" panose="020B0604020202020204" pitchFamily="34" charset="0"/>
                        </a:rPr>
                        <a:t>2</a:t>
                      </a:r>
                      <a:endParaRPr lang="en-US" sz="2200" b="0">
                        <a:latin typeface="Arial" panose="020B0604020202020204" pitchFamily="34" charset="0"/>
                        <a:cs typeface="Arial" panose="020B0604020202020204" pitchFamily="34" charset="0"/>
                      </a:endParaRPr>
                    </a:p>
                  </a:txBody>
                  <a:tcPr/>
                </a:tc>
                <a:tc>
                  <a:txBody>
                    <a:bodyPr/>
                    <a:lstStyle/>
                    <a:p>
                      <a:pPr>
                        <a:lnSpc>
                          <a:spcPct val="150000"/>
                        </a:lnSpc>
                      </a:pPr>
                      <a:r>
                        <a:rPr lang="en-US" sz="2200" b="0" smtClean="0">
                          <a:latin typeface="Arial" panose="020B0604020202020204" pitchFamily="34" charset="0"/>
                          <a:cs typeface="Arial" panose="020B0604020202020204" pitchFamily="34" charset="0"/>
                        </a:rPr>
                        <a:t>Quản lý</a:t>
                      </a:r>
                      <a:r>
                        <a:rPr lang="en-US" sz="2200" b="0" baseline="0" smtClean="0">
                          <a:latin typeface="Arial" panose="020B0604020202020204" pitchFamily="34" charset="0"/>
                          <a:cs typeface="Arial" panose="020B0604020202020204" pitchFamily="34" charset="0"/>
                        </a:rPr>
                        <a:t> sách</a:t>
                      </a:r>
                      <a:endParaRPr lang="en-US" sz="2200" b="0">
                        <a:latin typeface="Arial" panose="020B0604020202020204" pitchFamily="34" charset="0"/>
                        <a:cs typeface="Arial" panose="020B0604020202020204" pitchFamily="34" charset="0"/>
                      </a:endParaRPr>
                    </a:p>
                  </a:txBody>
                  <a:tcPr/>
                </a:tc>
                <a:tc>
                  <a:txBody>
                    <a:bodyPr/>
                    <a:lstStyle/>
                    <a:p>
                      <a:pPr>
                        <a:lnSpc>
                          <a:spcPct val="150000"/>
                        </a:lnSpc>
                      </a:pPr>
                      <a:r>
                        <a:rPr lang="en-US" sz="2200" b="0" smtClean="0">
                          <a:latin typeface="Arial" panose="020B0604020202020204" pitchFamily="34" charset="0"/>
                          <a:cs typeface="Arial" panose="020B0604020202020204" pitchFamily="34" charset="0"/>
                        </a:rPr>
                        <a:t>Thêm,</a:t>
                      </a:r>
                      <a:r>
                        <a:rPr lang="en-US" sz="2200" b="0" baseline="0" smtClean="0">
                          <a:latin typeface="Arial" panose="020B0604020202020204" pitchFamily="34" charset="0"/>
                          <a:cs typeface="Arial" panose="020B0604020202020204" pitchFamily="34" charset="0"/>
                        </a:rPr>
                        <a:t> sửa, xóa và tìm kiếm</a:t>
                      </a:r>
                      <a:endParaRPr lang="en-US" sz="2200" b="0">
                        <a:latin typeface="Arial" panose="020B0604020202020204" pitchFamily="34" charset="0"/>
                        <a:cs typeface="Arial" panose="020B0604020202020204" pitchFamily="34" charset="0"/>
                      </a:endParaRPr>
                    </a:p>
                  </a:txBody>
                  <a:tcPr/>
                </a:tc>
              </a:tr>
              <a:tr h="754630">
                <a:tc>
                  <a:txBody>
                    <a:bodyPr/>
                    <a:lstStyle/>
                    <a:p>
                      <a:pPr>
                        <a:lnSpc>
                          <a:spcPct val="150000"/>
                        </a:lnSpc>
                      </a:pPr>
                      <a:r>
                        <a:rPr lang="en-US" sz="2200" b="0" smtClean="0">
                          <a:latin typeface="Arial" panose="020B0604020202020204" pitchFamily="34" charset="0"/>
                          <a:cs typeface="Arial" panose="020B0604020202020204" pitchFamily="34" charset="0"/>
                        </a:rPr>
                        <a:t>3</a:t>
                      </a:r>
                      <a:endParaRPr lang="en-US" sz="2200" b="0">
                        <a:latin typeface="Arial" panose="020B0604020202020204" pitchFamily="34" charset="0"/>
                        <a:cs typeface="Arial" panose="020B0604020202020204" pitchFamily="34" charset="0"/>
                      </a:endParaRPr>
                    </a:p>
                  </a:txBody>
                  <a:tcPr/>
                </a:tc>
                <a:tc>
                  <a:txBody>
                    <a:bodyPr/>
                    <a:lstStyle/>
                    <a:p>
                      <a:pPr>
                        <a:lnSpc>
                          <a:spcPct val="150000"/>
                        </a:lnSpc>
                      </a:pPr>
                      <a:r>
                        <a:rPr lang="en-US" sz="2200" b="0" smtClean="0">
                          <a:latin typeface="Arial" panose="020B0604020202020204" pitchFamily="34" charset="0"/>
                          <a:cs typeface="Arial" panose="020B0604020202020204" pitchFamily="34" charset="0"/>
                        </a:rPr>
                        <a:t>Quản lý</a:t>
                      </a:r>
                      <a:r>
                        <a:rPr lang="en-US" sz="2200" b="0" baseline="0" smtClean="0">
                          <a:latin typeface="Arial" panose="020B0604020202020204" pitchFamily="34" charset="0"/>
                          <a:cs typeface="Arial" panose="020B0604020202020204" pitchFamily="34" charset="0"/>
                        </a:rPr>
                        <a:t> mượn – trả</a:t>
                      </a:r>
                      <a:endParaRPr lang="en-US" sz="2200" b="0">
                        <a:latin typeface="Arial" panose="020B0604020202020204" pitchFamily="34" charset="0"/>
                        <a:cs typeface="Arial" panose="020B0604020202020204" pitchFamily="34" charset="0"/>
                      </a:endParaRPr>
                    </a:p>
                  </a:txBody>
                  <a:tcPr/>
                </a:tc>
                <a:tc>
                  <a:txBody>
                    <a:bodyPr/>
                    <a:lstStyle/>
                    <a:p>
                      <a:pPr>
                        <a:lnSpc>
                          <a:spcPct val="150000"/>
                        </a:lnSpc>
                      </a:pPr>
                      <a:r>
                        <a:rPr lang="en-US" sz="2200" b="0" smtClean="0">
                          <a:latin typeface="Arial" panose="020B0604020202020204" pitchFamily="34" charset="0"/>
                          <a:cs typeface="Arial" panose="020B0604020202020204" pitchFamily="34" charset="0"/>
                        </a:rPr>
                        <a:t>Theo dõi</a:t>
                      </a:r>
                      <a:r>
                        <a:rPr lang="en-US" sz="2200" b="0" baseline="0" smtClean="0">
                          <a:latin typeface="Arial" panose="020B0604020202020204" pitchFamily="34" charset="0"/>
                          <a:cs typeface="Arial" panose="020B0604020202020204" pitchFamily="34" charset="0"/>
                        </a:rPr>
                        <a:t> mượn – trả sách</a:t>
                      </a:r>
                      <a:endParaRPr lang="en-US" sz="2200" b="0">
                        <a:latin typeface="Arial" panose="020B0604020202020204" pitchFamily="34" charset="0"/>
                        <a:cs typeface="Arial" panose="020B0604020202020204" pitchFamily="34" charset="0"/>
                      </a:endParaRPr>
                    </a:p>
                  </a:txBody>
                  <a:tcPr/>
                </a:tc>
              </a:tr>
              <a:tr h="754630">
                <a:tc>
                  <a:txBody>
                    <a:bodyPr/>
                    <a:lstStyle/>
                    <a:p>
                      <a:pPr>
                        <a:lnSpc>
                          <a:spcPct val="150000"/>
                        </a:lnSpc>
                      </a:pPr>
                      <a:r>
                        <a:rPr lang="en-US" sz="2200" b="0" smtClean="0">
                          <a:latin typeface="Arial" panose="020B0604020202020204" pitchFamily="34" charset="0"/>
                          <a:cs typeface="Arial" panose="020B0604020202020204" pitchFamily="34" charset="0"/>
                        </a:rPr>
                        <a:t>4</a:t>
                      </a:r>
                      <a:endParaRPr lang="en-US" sz="2200" b="0">
                        <a:latin typeface="Arial" panose="020B0604020202020204" pitchFamily="34" charset="0"/>
                        <a:cs typeface="Arial" panose="020B0604020202020204" pitchFamily="34" charset="0"/>
                      </a:endParaRPr>
                    </a:p>
                  </a:txBody>
                  <a:tcPr/>
                </a:tc>
                <a:tc>
                  <a:txBody>
                    <a:bodyPr/>
                    <a:lstStyle/>
                    <a:p>
                      <a:pPr>
                        <a:lnSpc>
                          <a:spcPct val="150000"/>
                        </a:lnSpc>
                      </a:pPr>
                      <a:r>
                        <a:rPr lang="en-US" sz="2200" b="0" smtClean="0">
                          <a:latin typeface="Arial" panose="020B0604020202020204" pitchFamily="34" charset="0"/>
                          <a:cs typeface="Arial" panose="020B0604020202020204" pitchFamily="34" charset="0"/>
                        </a:rPr>
                        <a:t>Thống</a:t>
                      </a:r>
                      <a:r>
                        <a:rPr lang="en-US" sz="2200" b="0" baseline="0" smtClean="0">
                          <a:latin typeface="Arial" panose="020B0604020202020204" pitchFamily="34" charset="0"/>
                          <a:cs typeface="Arial" panose="020B0604020202020204" pitchFamily="34" charset="0"/>
                        </a:rPr>
                        <a:t> kê</a:t>
                      </a:r>
                      <a:endParaRPr lang="en-US" sz="2200" b="0">
                        <a:latin typeface="Arial" panose="020B0604020202020204" pitchFamily="34" charset="0"/>
                        <a:cs typeface="Arial" panose="020B0604020202020204" pitchFamily="34" charset="0"/>
                      </a:endParaRPr>
                    </a:p>
                  </a:txBody>
                  <a:tcPr/>
                </a:tc>
                <a:tc>
                  <a:txBody>
                    <a:bodyPr/>
                    <a:lstStyle/>
                    <a:p>
                      <a:pPr>
                        <a:lnSpc>
                          <a:spcPct val="150000"/>
                        </a:lnSpc>
                      </a:pPr>
                      <a:r>
                        <a:rPr lang="en-US" sz="2200" b="0" smtClean="0">
                          <a:latin typeface="Arial" panose="020B0604020202020204" pitchFamily="34" charset="0"/>
                          <a:cs typeface="Arial" panose="020B0604020202020204" pitchFamily="34" charset="0"/>
                        </a:rPr>
                        <a:t>Thống</a:t>
                      </a:r>
                      <a:r>
                        <a:rPr lang="en-US" sz="2200" b="0" baseline="0" smtClean="0">
                          <a:latin typeface="Arial" panose="020B0604020202020204" pitchFamily="34" charset="0"/>
                          <a:cs typeface="Arial" panose="020B0604020202020204" pitchFamily="34" charset="0"/>
                        </a:rPr>
                        <a:t> kê cơ bản</a:t>
                      </a:r>
                      <a:endParaRPr lang="en-US" sz="2200" b="0">
                        <a:latin typeface="Arial" panose="020B0604020202020204" pitchFamily="34" charset="0"/>
                        <a:cs typeface="Arial" panose="020B0604020202020204" pitchFamily="34" charset="0"/>
                      </a:endParaRPr>
                    </a:p>
                  </a:txBody>
                  <a:tcPr/>
                </a:tc>
              </a:tr>
            </a:tbl>
          </a:graphicData>
        </a:graphic>
      </p:graphicFrame>
    </p:spTree>
    <p:extLst>
      <p:ext uri="{BB962C8B-B14F-4D97-AF65-F5344CB8AC3E}">
        <p14:creationId xmlns:p14="http://schemas.microsoft.com/office/powerpoint/2010/main" val="154682648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sp>
        <p:nvSpPr>
          <p:cNvPr id="10" name="Freeform 10"/>
          <p:cNvSpPr/>
          <p:nvPr/>
        </p:nvSpPr>
        <p:spPr>
          <a:xfrm>
            <a:off x="-983650" y="85113"/>
            <a:ext cx="1447800" cy="1506174"/>
          </a:xfrm>
          <a:custGeom>
            <a:avLst/>
            <a:gdLst/>
            <a:ahLst/>
            <a:cxnLst/>
            <a:rect l="l" t="t" r="r" b="b"/>
            <a:pathLst>
              <a:path w="4062430" h="4114800">
                <a:moveTo>
                  <a:pt x="0" y="0"/>
                </a:moveTo>
                <a:lnTo>
                  <a:pt x="4062430" y="0"/>
                </a:lnTo>
                <a:lnTo>
                  <a:pt x="4062430" y="4114800"/>
                </a:lnTo>
                <a:lnTo>
                  <a:pt x="0" y="4114800"/>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11" name="Freeform 11"/>
          <p:cNvSpPr/>
          <p:nvPr/>
        </p:nvSpPr>
        <p:spPr>
          <a:xfrm>
            <a:off x="-414355" y="6400800"/>
            <a:ext cx="1481155" cy="1295400"/>
          </a:xfrm>
          <a:custGeom>
            <a:avLst/>
            <a:gdLst/>
            <a:ahLst/>
            <a:cxnLst/>
            <a:rect l="l" t="t" r="r" b="b"/>
            <a:pathLst>
              <a:path w="4581255" h="4114800">
                <a:moveTo>
                  <a:pt x="0" y="0"/>
                </a:moveTo>
                <a:lnTo>
                  <a:pt x="4581255" y="0"/>
                </a:lnTo>
                <a:lnTo>
                  <a:pt x="4581255" y="4114800"/>
                </a:lnTo>
                <a:lnTo>
                  <a:pt x="0" y="4114800"/>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14" name="Freeform 14"/>
          <p:cNvSpPr/>
          <p:nvPr/>
        </p:nvSpPr>
        <p:spPr>
          <a:xfrm flipH="1" flipV="1">
            <a:off x="7020213" y="228600"/>
            <a:ext cx="3287730" cy="1211494"/>
          </a:xfrm>
          <a:custGeom>
            <a:avLst/>
            <a:gdLst/>
            <a:ahLst/>
            <a:cxnLst/>
            <a:rect l="l" t="t" r="r" b="b"/>
            <a:pathLst>
              <a:path w="7147278" h="3993541">
                <a:moveTo>
                  <a:pt x="7147278" y="3993542"/>
                </a:moveTo>
                <a:lnTo>
                  <a:pt x="0" y="3993542"/>
                </a:lnTo>
                <a:lnTo>
                  <a:pt x="0" y="0"/>
                </a:lnTo>
                <a:lnTo>
                  <a:pt x="7147278" y="0"/>
                </a:lnTo>
                <a:lnTo>
                  <a:pt x="7147278" y="3993542"/>
                </a:lnTo>
                <a:close/>
              </a:path>
            </a:pathLst>
          </a:custGeom>
          <a:blipFill>
            <a:blip r:embed="rId7"/>
            <a:stretch>
              <a:fillRect/>
            </a:stretch>
          </a:blipFill>
        </p:spPr>
      </p:sp>
      <p:sp>
        <p:nvSpPr>
          <p:cNvPr id="18" name="TextBox 4"/>
          <p:cNvSpPr txBox="1"/>
          <p:nvPr/>
        </p:nvSpPr>
        <p:spPr>
          <a:xfrm>
            <a:off x="7270829" y="6324600"/>
            <a:ext cx="1393249" cy="340221"/>
          </a:xfrm>
          <a:prstGeom prst="rect">
            <a:avLst/>
          </a:prstGeom>
        </p:spPr>
        <p:txBody>
          <a:bodyPr lIns="0" tIns="0" rIns="0" bIns="0" rtlCol="0" anchor="t">
            <a:spAutoFit/>
          </a:bodyPr>
          <a:lstStyle/>
          <a:p>
            <a:pPr algn="r">
              <a:lnSpc>
                <a:spcPts val="2940"/>
              </a:lnSpc>
              <a:spcBef>
                <a:spcPct val="0"/>
              </a:spcBef>
            </a:pPr>
            <a:r>
              <a:rPr lang="en-US" sz="2100" b="1">
                <a:solidFill>
                  <a:srgbClr val="000000"/>
                </a:solidFill>
                <a:latin typeface="Arial" panose="020B0604020202020204" pitchFamily="34" charset="0"/>
                <a:ea typeface="Inter Medium"/>
                <a:cs typeface="Arial" panose="020B0604020202020204" pitchFamily="34" charset="0"/>
                <a:sym typeface="Inter Medium"/>
              </a:rPr>
              <a:t>PAGE </a:t>
            </a:r>
            <a:r>
              <a:rPr lang="en-US" sz="2100" b="1" smtClean="0">
                <a:solidFill>
                  <a:srgbClr val="000000"/>
                </a:solidFill>
                <a:latin typeface="Arial" panose="020B0604020202020204" pitchFamily="34" charset="0"/>
                <a:ea typeface="Inter Medium"/>
                <a:cs typeface="Arial" panose="020B0604020202020204" pitchFamily="34" charset="0"/>
                <a:sym typeface="Inter Medium"/>
              </a:rPr>
              <a:t>12</a:t>
            </a:r>
            <a:endParaRPr lang="en-US" sz="2100" b="1">
              <a:solidFill>
                <a:srgbClr val="000000"/>
              </a:solidFill>
              <a:latin typeface="Arial" panose="020B0604020202020204" pitchFamily="34" charset="0"/>
              <a:ea typeface="Inter Medium"/>
              <a:cs typeface="Arial" panose="020B0604020202020204" pitchFamily="34" charset="0"/>
              <a:sym typeface="Inter Medium"/>
            </a:endParaRPr>
          </a:p>
        </p:txBody>
      </p:sp>
      <p:sp>
        <p:nvSpPr>
          <p:cNvPr id="9" name="TextBox 10"/>
          <p:cNvSpPr txBox="1"/>
          <p:nvPr/>
        </p:nvSpPr>
        <p:spPr>
          <a:xfrm>
            <a:off x="533400" y="228600"/>
            <a:ext cx="4953000" cy="1841530"/>
          </a:xfrm>
          <a:prstGeom prst="rect">
            <a:avLst/>
          </a:prstGeom>
        </p:spPr>
        <p:txBody>
          <a:bodyPr wrap="square" lIns="0" tIns="0" rIns="0" bIns="0" rtlCol="0" anchor="t">
            <a:spAutoFit/>
          </a:bodyPr>
          <a:lstStyle/>
          <a:p>
            <a:pPr algn="just">
              <a:lnSpc>
                <a:spcPct val="150000"/>
              </a:lnSpc>
            </a:pPr>
            <a:r>
              <a:rPr lang="en-US" sz="2800" b="1">
                <a:solidFill>
                  <a:srgbClr val="000000"/>
                </a:solidFill>
                <a:latin typeface="Arial" panose="020B0604020202020204" pitchFamily="34" charset="0"/>
                <a:ea typeface="Inter Bold"/>
                <a:cs typeface="Arial" panose="020B0604020202020204" pitchFamily="34" charset="0"/>
                <a:sym typeface="Inter Bold"/>
              </a:rPr>
              <a:t>Giao diện website (1</a:t>
            </a:r>
            <a:r>
              <a:rPr lang="en-US" sz="2800" b="1" smtClean="0">
                <a:solidFill>
                  <a:srgbClr val="000000"/>
                </a:solidFill>
                <a:latin typeface="Arial" panose="020B0604020202020204" pitchFamily="34" charset="0"/>
                <a:ea typeface="Inter Bold"/>
                <a:cs typeface="Arial" panose="020B0604020202020204" pitchFamily="34" charset="0"/>
                <a:sym typeface="Inter Bold"/>
              </a:rPr>
              <a:t>)</a:t>
            </a:r>
          </a:p>
          <a:p>
            <a:pPr algn="just">
              <a:lnSpc>
                <a:spcPct val="150000"/>
              </a:lnSpc>
            </a:pPr>
            <a:r>
              <a:rPr lang="en-US" sz="2400" i="1" smtClean="0">
                <a:solidFill>
                  <a:srgbClr val="000000"/>
                </a:solidFill>
                <a:latin typeface="Arial" panose="020B0604020202020204" pitchFamily="34" charset="0"/>
                <a:ea typeface="Inter Bold"/>
                <a:cs typeface="Arial" panose="020B0604020202020204" pitchFamily="34" charset="0"/>
                <a:sym typeface="Inter Bold"/>
              </a:rPr>
              <a:t>Giao diện trang chủ</a:t>
            </a:r>
            <a:endParaRPr lang="en-US" sz="2400" i="1">
              <a:solidFill>
                <a:srgbClr val="000000"/>
              </a:solidFill>
              <a:latin typeface="Arial" panose="020B0604020202020204" pitchFamily="34" charset="0"/>
              <a:ea typeface="Inter Bold"/>
              <a:cs typeface="Arial" panose="020B0604020202020204" pitchFamily="34" charset="0"/>
              <a:sym typeface="Inter Bold"/>
            </a:endParaRPr>
          </a:p>
          <a:p>
            <a:pPr algn="just">
              <a:lnSpc>
                <a:spcPts val="5040"/>
              </a:lnSpc>
            </a:pPr>
            <a:endParaRPr lang="en-US" sz="2400" b="1">
              <a:solidFill>
                <a:srgbClr val="000000"/>
              </a:solidFill>
              <a:latin typeface="Arial" panose="020B0604020202020204" pitchFamily="34" charset="0"/>
              <a:ea typeface="Inter Bold"/>
              <a:cs typeface="Arial" panose="020B0604020202020204" pitchFamily="34" charset="0"/>
              <a:sym typeface="Inter Bold"/>
            </a:endParaRPr>
          </a:p>
        </p:txBody>
      </p:sp>
      <p:pic>
        <p:nvPicPr>
          <p:cNvPr id="13" name="Picture 12"/>
          <p:cNvPicPr>
            <a:picLocks noChangeAspect="1"/>
          </p:cNvPicPr>
          <p:nvPr/>
        </p:nvPicPr>
        <p:blipFill>
          <a:blip r:embed="rId8"/>
          <a:stretch>
            <a:fillRect/>
          </a:stretch>
        </p:blipFill>
        <p:spPr>
          <a:xfrm>
            <a:off x="271577" y="1524000"/>
            <a:ext cx="8763000" cy="4800600"/>
          </a:xfrm>
          <a:prstGeom prst="rect">
            <a:avLst/>
          </a:prstGeom>
        </p:spPr>
      </p:pic>
    </p:spTree>
    <p:extLst>
      <p:ext uri="{BB962C8B-B14F-4D97-AF65-F5344CB8AC3E}">
        <p14:creationId xmlns:p14="http://schemas.microsoft.com/office/powerpoint/2010/main" val="63247763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sp>
        <p:nvSpPr>
          <p:cNvPr id="10" name="Freeform 10"/>
          <p:cNvSpPr/>
          <p:nvPr/>
        </p:nvSpPr>
        <p:spPr>
          <a:xfrm>
            <a:off x="-983650" y="85113"/>
            <a:ext cx="1447800" cy="1506174"/>
          </a:xfrm>
          <a:custGeom>
            <a:avLst/>
            <a:gdLst/>
            <a:ahLst/>
            <a:cxnLst/>
            <a:rect l="l" t="t" r="r" b="b"/>
            <a:pathLst>
              <a:path w="4062430" h="4114800">
                <a:moveTo>
                  <a:pt x="0" y="0"/>
                </a:moveTo>
                <a:lnTo>
                  <a:pt x="4062430" y="0"/>
                </a:lnTo>
                <a:lnTo>
                  <a:pt x="4062430" y="4114800"/>
                </a:lnTo>
                <a:lnTo>
                  <a:pt x="0" y="4114800"/>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11" name="Freeform 11"/>
          <p:cNvSpPr/>
          <p:nvPr/>
        </p:nvSpPr>
        <p:spPr>
          <a:xfrm>
            <a:off x="-414355" y="6400800"/>
            <a:ext cx="1481155" cy="1295400"/>
          </a:xfrm>
          <a:custGeom>
            <a:avLst/>
            <a:gdLst/>
            <a:ahLst/>
            <a:cxnLst/>
            <a:rect l="l" t="t" r="r" b="b"/>
            <a:pathLst>
              <a:path w="4581255" h="4114800">
                <a:moveTo>
                  <a:pt x="0" y="0"/>
                </a:moveTo>
                <a:lnTo>
                  <a:pt x="4581255" y="0"/>
                </a:lnTo>
                <a:lnTo>
                  <a:pt x="4581255" y="4114800"/>
                </a:lnTo>
                <a:lnTo>
                  <a:pt x="0" y="4114800"/>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14" name="Freeform 14"/>
          <p:cNvSpPr/>
          <p:nvPr/>
        </p:nvSpPr>
        <p:spPr>
          <a:xfrm flipH="1" flipV="1">
            <a:off x="7020213" y="228600"/>
            <a:ext cx="3287730" cy="1211494"/>
          </a:xfrm>
          <a:custGeom>
            <a:avLst/>
            <a:gdLst/>
            <a:ahLst/>
            <a:cxnLst/>
            <a:rect l="l" t="t" r="r" b="b"/>
            <a:pathLst>
              <a:path w="7147278" h="3993541">
                <a:moveTo>
                  <a:pt x="7147278" y="3993542"/>
                </a:moveTo>
                <a:lnTo>
                  <a:pt x="0" y="3993542"/>
                </a:lnTo>
                <a:lnTo>
                  <a:pt x="0" y="0"/>
                </a:lnTo>
                <a:lnTo>
                  <a:pt x="7147278" y="0"/>
                </a:lnTo>
                <a:lnTo>
                  <a:pt x="7147278" y="3993542"/>
                </a:lnTo>
                <a:close/>
              </a:path>
            </a:pathLst>
          </a:custGeom>
          <a:blipFill>
            <a:blip r:embed="rId7"/>
            <a:stretch>
              <a:fillRect/>
            </a:stretch>
          </a:blipFill>
        </p:spPr>
      </p:sp>
      <p:sp>
        <p:nvSpPr>
          <p:cNvPr id="18" name="TextBox 4"/>
          <p:cNvSpPr txBox="1"/>
          <p:nvPr/>
        </p:nvSpPr>
        <p:spPr>
          <a:xfrm>
            <a:off x="7270829" y="6324600"/>
            <a:ext cx="1393249" cy="340221"/>
          </a:xfrm>
          <a:prstGeom prst="rect">
            <a:avLst/>
          </a:prstGeom>
        </p:spPr>
        <p:txBody>
          <a:bodyPr lIns="0" tIns="0" rIns="0" bIns="0" rtlCol="0" anchor="t">
            <a:spAutoFit/>
          </a:bodyPr>
          <a:lstStyle/>
          <a:p>
            <a:pPr algn="r">
              <a:lnSpc>
                <a:spcPts val="2940"/>
              </a:lnSpc>
              <a:spcBef>
                <a:spcPct val="0"/>
              </a:spcBef>
            </a:pPr>
            <a:r>
              <a:rPr lang="en-US" sz="2100" b="1">
                <a:solidFill>
                  <a:srgbClr val="000000"/>
                </a:solidFill>
                <a:latin typeface="Arial" panose="020B0604020202020204" pitchFamily="34" charset="0"/>
                <a:ea typeface="Inter Medium"/>
                <a:cs typeface="Arial" panose="020B0604020202020204" pitchFamily="34" charset="0"/>
                <a:sym typeface="Inter Medium"/>
              </a:rPr>
              <a:t>PAGE </a:t>
            </a:r>
            <a:r>
              <a:rPr lang="en-US" sz="2100" b="1" smtClean="0">
                <a:solidFill>
                  <a:srgbClr val="000000"/>
                </a:solidFill>
                <a:latin typeface="Arial" panose="020B0604020202020204" pitchFamily="34" charset="0"/>
                <a:ea typeface="Inter Medium"/>
                <a:cs typeface="Arial" panose="020B0604020202020204" pitchFamily="34" charset="0"/>
                <a:sym typeface="Inter Medium"/>
              </a:rPr>
              <a:t>13</a:t>
            </a:r>
            <a:endParaRPr lang="en-US" sz="2100" b="1">
              <a:solidFill>
                <a:srgbClr val="000000"/>
              </a:solidFill>
              <a:latin typeface="Arial" panose="020B0604020202020204" pitchFamily="34" charset="0"/>
              <a:ea typeface="Inter Medium"/>
              <a:cs typeface="Arial" panose="020B0604020202020204" pitchFamily="34" charset="0"/>
              <a:sym typeface="Inter Medium"/>
            </a:endParaRPr>
          </a:p>
        </p:txBody>
      </p:sp>
      <p:sp>
        <p:nvSpPr>
          <p:cNvPr id="9" name="TextBox 10"/>
          <p:cNvSpPr txBox="1"/>
          <p:nvPr/>
        </p:nvSpPr>
        <p:spPr>
          <a:xfrm>
            <a:off x="467574" y="-42460"/>
            <a:ext cx="4333025" cy="1841530"/>
          </a:xfrm>
          <a:prstGeom prst="rect">
            <a:avLst/>
          </a:prstGeom>
        </p:spPr>
        <p:txBody>
          <a:bodyPr wrap="square" lIns="0" tIns="0" rIns="0" bIns="0" rtlCol="0" anchor="t">
            <a:spAutoFit/>
          </a:bodyPr>
          <a:lstStyle/>
          <a:p>
            <a:pPr algn="just">
              <a:lnSpc>
                <a:spcPct val="150000"/>
              </a:lnSpc>
            </a:pPr>
            <a:r>
              <a:rPr lang="en-US" sz="2800" b="1">
                <a:solidFill>
                  <a:srgbClr val="000000"/>
                </a:solidFill>
                <a:latin typeface="Arial" panose="020B0604020202020204" pitchFamily="34" charset="0"/>
                <a:ea typeface="Inter Bold"/>
                <a:cs typeface="Arial" panose="020B0604020202020204" pitchFamily="34" charset="0"/>
                <a:sym typeface="Inter Bold"/>
              </a:rPr>
              <a:t>Giao diện website </a:t>
            </a:r>
            <a:r>
              <a:rPr lang="en-US" sz="2800" b="1" smtClean="0">
                <a:solidFill>
                  <a:srgbClr val="000000"/>
                </a:solidFill>
                <a:latin typeface="Arial" panose="020B0604020202020204" pitchFamily="34" charset="0"/>
                <a:ea typeface="Inter Bold"/>
                <a:cs typeface="Arial" panose="020B0604020202020204" pitchFamily="34" charset="0"/>
                <a:sym typeface="Inter Bold"/>
              </a:rPr>
              <a:t>(2)</a:t>
            </a:r>
            <a:endParaRPr lang="en-US" sz="2800" b="1" smtClean="0">
              <a:solidFill>
                <a:srgbClr val="000000"/>
              </a:solidFill>
              <a:latin typeface="Arial" panose="020B0604020202020204" pitchFamily="34" charset="0"/>
              <a:ea typeface="Inter Bold"/>
              <a:cs typeface="Arial" panose="020B0604020202020204" pitchFamily="34" charset="0"/>
              <a:sym typeface="Inter Bold"/>
            </a:endParaRPr>
          </a:p>
          <a:p>
            <a:pPr algn="just">
              <a:lnSpc>
                <a:spcPct val="150000"/>
              </a:lnSpc>
            </a:pPr>
            <a:r>
              <a:rPr lang="en-US" sz="2400" i="1" smtClean="0">
                <a:solidFill>
                  <a:srgbClr val="000000"/>
                </a:solidFill>
                <a:latin typeface="Arial" panose="020B0604020202020204" pitchFamily="34" charset="0"/>
                <a:ea typeface="Inter Bold"/>
                <a:cs typeface="Arial" panose="020B0604020202020204" pitchFamily="34" charset="0"/>
                <a:sym typeface="Inter Bold"/>
              </a:rPr>
              <a:t>Giao diện trang chủ</a:t>
            </a:r>
            <a:endParaRPr lang="en-US" sz="2400" i="1">
              <a:solidFill>
                <a:srgbClr val="000000"/>
              </a:solidFill>
              <a:latin typeface="Arial" panose="020B0604020202020204" pitchFamily="34" charset="0"/>
              <a:ea typeface="Inter Bold"/>
              <a:cs typeface="Arial" panose="020B0604020202020204" pitchFamily="34" charset="0"/>
              <a:sym typeface="Inter Bold"/>
            </a:endParaRPr>
          </a:p>
          <a:p>
            <a:pPr algn="just">
              <a:lnSpc>
                <a:spcPts val="5040"/>
              </a:lnSpc>
            </a:pPr>
            <a:endParaRPr lang="en-US" sz="2400" b="1">
              <a:solidFill>
                <a:srgbClr val="000000"/>
              </a:solidFill>
              <a:latin typeface="Arial" panose="020B0604020202020204" pitchFamily="34" charset="0"/>
              <a:ea typeface="Inter Bold"/>
              <a:cs typeface="Arial" panose="020B0604020202020204" pitchFamily="34" charset="0"/>
              <a:sym typeface="Inter Bold"/>
            </a:endParaRPr>
          </a:p>
        </p:txBody>
      </p:sp>
      <p:pic>
        <p:nvPicPr>
          <p:cNvPr id="8" name="Picture 7"/>
          <p:cNvPicPr>
            <a:picLocks noChangeAspect="1"/>
          </p:cNvPicPr>
          <p:nvPr/>
        </p:nvPicPr>
        <p:blipFill>
          <a:blip r:embed="rId8"/>
          <a:stretch>
            <a:fillRect/>
          </a:stretch>
        </p:blipFill>
        <p:spPr>
          <a:xfrm>
            <a:off x="356007" y="1121090"/>
            <a:ext cx="8610599" cy="5105400"/>
          </a:xfrm>
          <a:prstGeom prst="rect">
            <a:avLst/>
          </a:prstGeom>
        </p:spPr>
      </p:pic>
    </p:spTree>
    <p:extLst>
      <p:ext uri="{BB962C8B-B14F-4D97-AF65-F5344CB8AC3E}">
        <p14:creationId xmlns:p14="http://schemas.microsoft.com/office/powerpoint/2010/main" val="119995290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sp>
        <p:nvSpPr>
          <p:cNvPr id="10" name="Freeform 10"/>
          <p:cNvSpPr/>
          <p:nvPr/>
        </p:nvSpPr>
        <p:spPr>
          <a:xfrm>
            <a:off x="-983650" y="85113"/>
            <a:ext cx="1447800" cy="1506174"/>
          </a:xfrm>
          <a:custGeom>
            <a:avLst/>
            <a:gdLst/>
            <a:ahLst/>
            <a:cxnLst/>
            <a:rect l="l" t="t" r="r" b="b"/>
            <a:pathLst>
              <a:path w="4062430" h="4114800">
                <a:moveTo>
                  <a:pt x="0" y="0"/>
                </a:moveTo>
                <a:lnTo>
                  <a:pt x="4062430" y="0"/>
                </a:lnTo>
                <a:lnTo>
                  <a:pt x="4062430" y="4114800"/>
                </a:lnTo>
                <a:lnTo>
                  <a:pt x="0" y="4114800"/>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11" name="Freeform 11"/>
          <p:cNvSpPr/>
          <p:nvPr/>
        </p:nvSpPr>
        <p:spPr>
          <a:xfrm>
            <a:off x="-414355" y="6400800"/>
            <a:ext cx="1481155" cy="1295400"/>
          </a:xfrm>
          <a:custGeom>
            <a:avLst/>
            <a:gdLst/>
            <a:ahLst/>
            <a:cxnLst/>
            <a:rect l="l" t="t" r="r" b="b"/>
            <a:pathLst>
              <a:path w="4581255" h="4114800">
                <a:moveTo>
                  <a:pt x="0" y="0"/>
                </a:moveTo>
                <a:lnTo>
                  <a:pt x="4581255" y="0"/>
                </a:lnTo>
                <a:lnTo>
                  <a:pt x="4581255" y="4114800"/>
                </a:lnTo>
                <a:lnTo>
                  <a:pt x="0" y="4114800"/>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14" name="Freeform 14"/>
          <p:cNvSpPr/>
          <p:nvPr/>
        </p:nvSpPr>
        <p:spPr>
          <a:xfrm flipH="1" flipV="1">
            <a:off x="7020213" y="228600"/>
            <a:ext cx="3287730" cy="1211494"/>
          </a:xfrm>
          <a:custGeom>
            <a:avLst/>
            <a:gdLst/>
            <a:ahLst/>
            <a:cxnLst/>
            <a:rect l="l" t="t" r="r" b="b"/>
            <a:pathLst>
              <a:path w="7147278" h="3993541">
                <a:moveTo>
                  <a:pt x="7147278" y="3993542"/>
                </a:moveTo>
                <a:lnTo>
                  <a:pt x="0" y="3993542"/>
                </a:lnTo>
                <a:lnTo>
                  <a:pt x="0" y="0"/>
                </a:lnTo>
                <a:lnTo>
                  <a:pt x="7147278" y="0"/>
                </a:lnTo>
                <a:lnTo>
                  <a:pt x="7147278" y="3993542"/>
                </a:lnTo>
                <a:close/>
              </a:path>
            </a:pathLst>
          </a:custGeom>
          <a:blipFill>
            <a:blip r:embed="rId7"/>
            <a:stretch>
              <a:fillRect/>
            </a:stretch>
          </a:blipFill>
        </p:spPr>
      </p:sp>
      <p:sp>
        <p:nvSpPr>
          <p:cNvPr id="18" name="TextBox 4"/>
          <p:cNvSpPr txBox="1"/>
          <p:nvPr/>
        </p:nvSpPr>
        <p:spPr>
          <a:xfrm>
            <a:off x="7270829" y="6324600"/>
            <a:ext cx="1393249" cy="340221"/>
          </a:xfrm>
          <a:prstGeom prst="rect">
            <a:avLst/>
          </a:prstGeom>
        </p:spPr>
        <p:txBody>
          <a:bodyPr lIns="0" tIns="0" rIns="0" bIns="0" rtlCol="0" anchor="t">
            <a:spAutoFit/>
          </a:bodyPr>
          <a:lstStyle/>
          <a:p>
            <a:pPr algn="r">
              <a:lnSpc>
                <a:spcPts val="2940"/>
              </a:lnSpc>
              <a:spcBef>
                <a:spcPct val="0"/>
              </a:spcBef>
            </a:pPr>
            <a:r>
              <a:rPr lang="en-US" sz="2100" b="1">
                <a:solidFill>
                  <a:srgbClr val="000000"/>
                </a:solidFill>
                <a:latin typeface="Arial" panose="020B0604020202020204" pitchFamily="34" charset="0"/>
                <a:ea typeface="Inter Medium"/>
                <a:cs typeface="Arial" panose="020B0604020202020204" pitchFamily="34" charset="0"/>
                <a:sym typeface="Inter Medium"/>
              </a:rPr>
              <a:t>PAGE </a:t>
            </a:r>
            <a:r>
              <a:rPr lang="en-US" sz="2100" b="1" smtClean="0">
                <a:solidFill>
                  <a:srgbClr val="000000"/>
                </a:solidFill>
                <a:latin typeface="Arial" panose="020B0604020202020204" pitchFamily="34" charset="0"/>
                <a:ea typeface="Inter Medium"/>
                <a:cs typeface="Arial" panose="020B0604020202020204" pitchFamily="34" charset="0"/>
                <a:sym typeface="Inter Medium"/>
              </a:rPr>
              <a:t>14</a:t>
            </a:r>
            <a:endParaRPr lang="en-US" sz="2100" b="1">
              <a:solidFill>
                <a:srgbClr val="000000"/>
              </a:solidFill>
              <a:latin typeface="Arial" panose="020B0604020202020204" pitchFamily="34" charset="0"/>
              <a:ea typeface="Inter Medium"/>
              <a:cs typeface="Arial" panose="020B0604020202020204" pitchFamily="34" charset="0"/>
              <a:sym typeface="Inter Medium"/>
            </a:endParaRPr>
          </a:p>
        </p:txBody>
      </p:sp>
      <p:sp>
        <p:nvSpPr>
          <p:cNvPr id="12" name="TextBox 10"/>
          <p:cNvSpPr txBox="1"/>
          <p:nvPr/>
        </p:nvSpPr>
        <p:spPr>
          <a:xfrm>
            <a:off x="609600" y="60315"/>
            <a:ext cx="5334000" cy="1200329"/>
          </a:xfrm>
          <a:prstGeom prst="rect">
            <a:avLst/>
          </a:prstGeom>
        </p:spPr>
        <p:txBody>
          <a:bodyPr wrap="square" lIns="0" tIns="0" rIns="0" bIns="0" rtlCol="0" anchor="t">
            <a:spAutoFit/>
          </a:bodyPr>
          <a:lstStyle/>
          <a:p>
            <a:pPr algn="just">
              <a:lnSpc>
                <a:spcPct val="150000"/>
              </a:lnSpc>
            </a:pPr>
            <a:r>
              <a:rPr lang="en-US" sz="2800" b="1">
                <a:solidFill>
                  <a:srgbClr val="000000"/>
                </a:solidFill>
                <a:latin typeface="Arial" panose="020B0604020202020204" pitchFamily="34" charset="0"/>
                <a:ea typeface="Inter Bold"/>
                <a:cs typeface="Arial" panose="020B0604020202020204" pitchFamily="34" charset="0"/>
                <a:sym typeface="Inter Bold"/>
              </a:rPr>
              <a:t>Giao diện website </a:t>
            </a:r>
            <a:r>
              <a:rPr lang="en-US" sz="2800" b="1" smtClean="0">
                <a:solidFill>
                  <a:srgbClr val="000000"/>
                </a:solidFill>
                <a:latin typeface="Arial" panose="020B0604020202020204" pitchFamily="34" charset="0"/>
                <a:ea typeface="Inter Bold"/>
                <a:cs typeface="Arial" panose="020B0604020202020204" pitchFamily="34" charset="0"/>
                <a:sym typeface="Inter Bold"/>
              </a:rPr>
              <a:t>(3)</a:t>
            </a:r>
            <a:endParaRPr lang="en-US" sz="2800" b="1" smtClean="0">
              <a:solidFill>
                <a:srgbClr val="000000"/>
              </a:solidFill>
              <a:latin typeface="Arial" panose="020B0604020202020204" pitchFamily="34" charset="0"/>
              <a:ea typeface="Inter Bold"/>
              <a:cs typeface="Arial" panose="020B0604020202020204" pitchFamily="34" charset="0"/>
              <a:sym typeface="Inter Bold"/>
            </a:endParaRPr>
          </a:p>
          <a:p>
            <a:pPr algn="just">
              <a:lnSpc>
                <a:spcPct val="150000"/>
              </a:lnSpc>
            </a:pPr>
            <a:r>
              <a:rPr lang="en-US" sz="2400" i="1" smtClean="0">
                <a:solidFill>
                  <a:srgbClr val="000000"/>
                </a:solidFill>
                <a:latin typeface="Arial" panose="020B0604020202020204" pitchFamily="34" charset="0"/>
                <a:ea typeface="Inter Bold"/>
                <a:cs typeface="Arial" panose="020B0604020202020204" pitchFamily="34" charset="0"/>
                <a:sym typeface="Inter Bold"/>
              </a:rPr>
              <a:t>Giao diện xem lịch sử mượn </a:t>
            </a:r>
            <a:endParaRPr lang="en-US" sz="2400" i="1">
              <a:solidFill>
                <a:srgbClr val="000000"/>
              </a:solidFill>
              <a:latin typeface="Arial" panose="020B0604020202020204" pitchFamily="34" charset="0"/>
              <a:ea typeface="Inter Bold"/>
              <a:cs typeface="Arial" panose="020B0604020202020204" pitchFamily="34" charset="0"/>
              <a:sym typeface="Inter Bold"/>
            </a:endParaRPr>
          </a:p>
        </p:txBody>
      </p:sp>
      <p:pic>
        <p:nvPicPr>
          <p:cNvPr id="13" name="Picture 12"/>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26222" y="1260644"/>
            <a:ext cx="8679850" cy="5105400"/>
          </a:xfrm>
          <a:prstGeom prst="rect">
            <a:avLst/>
          </a:prstGeom>
          <a:noFill/>
          <a:ln>
            <a:noFill/>
          </a:ln>
        </p:spPr>
      </p:pic>
    </p:spTree>
    <p:extLst>
      <p:ext uri="{BB962C8B-B14F-4D97-AF65-F5344CB8AC3E}">
        <p14:creationId xmlns:p14="http://schemas.microsoft.com/office/powerpoint/2010/main" val="208771366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sp>
        <p:nvSpPr>
          <p:cNvPr id="10" name="Freeform 10"/>
          <p:cNvSpPr/>
          <p:nvPr/>
        </p:nvSpPr>
        <p:spPr>
          <a:xfrm>
            <a:off x="-983650" y="85113"/>
            <a:ext cx="1447800" cy="1506174"/>
          </a:xfrm>
          <a:custGeom>
            <a:avLst/>
            <a:gdLst/>
            <a:ahLst/>
            <a:cxnLst/>
            <a:rect l="l" t="t" r="r" b="b"/>
            <a:pathLst>
              <a:path w="4062430" h="4114800">
                <a:moveTo>
                  <a:pt x="0" y="0"/>
                </a:moveTo>
                <a:lnTo>
                  <a:pt x="4062430" y="0"/>
                </a:lnTo>
                <a:lnTo>
                  <a:pt x="4062430" y="4114800"/>
                </a:lnTo>
                <a:lnTo>
                  <a:pt x="0" y="4114800"/>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11" name="Freeform 11"/>
          <p:cNvSpPr/>
          <p:nvPr/>
        </p:nvSpPr>
        <p:spPr>
          <a:xfrm>
            <a:off x="-414355" y="6400800"/>
            <a:ext cx="1481155" cy="1295400"/>
          </a:xfrm>
          <a:custGeom>
            <a:avLst/>
            <a:gdLst/>
            <a:ahLst/>
            <a:cxnLst/>
            <a:rect l="l" t="t" r="r" b="b"/>
            <a:pathLst>
              <a:path w="4581255" h="4114800">
                <a:moveTo>
                  <a:pt x="0" y="0"/>
                </a:moveTo>
                <a:lnTo>
                  <a:pt x="4581255" y="0"/>
                </a:lnTo>
                <a:lnTo>
                  <a:pt x="4581255" y="4114800"/>
                </a:lnTo>
                <a:lnTo>
                  <a:pt x="0" y="4114800"/>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14" name="Freeform 14"/>
          <p:cNvSpPr/>
          <p:nvPr/>
        </p:nvSpPr>
        <p:spPr>
          <a:xfrm flipH="1" flipV="1">
            <a:off x="7020213" y="228600"/>
            <a:ext cx="3287730" cy="1211494"/>
          </a:xfrm>
          <a:custGeom>
            <a:avLst/>
            <a:gdLst/>
            <a:ahLst/>
            <a:cxnLst/>
            <a:rect l="l" t="t" r="r" b="b"/>
            <a:pathLst>
              <a:path w="7147278" h="3993541">
                <a:moveTo>
                  <a:pt x="7147278" y="3993542"/>
                </a:moveTo>
                <a:lnTo>
                  <a:pt x="0" y="3993542"/>
                </a:lnTo>
                <a:lnTo>
                  <a:pt x="0" y="0"/>
                </a:lnTo>
                <a:lnTo>
                  <a:pt x="7147278" y="0"/>
                </a:lnTo>
                <a:lnTo>
                  <a:pt x="7147278" y="3993542"/>
                </a:lnTo>
                <a:close/>
              </a:path>
            </a:pathLst>
          </a:custGeom>
          <a:blipFill>
            <a:blip r:embed="rId7"/>
            <a:stretch>
              <a:fillRect/>
            </a:stretch>
          </a:blipFill>
        </p:spPr>
      </p:sp>
      <p:sp>
        <p:nvSpPr>
          <p:cNvPr id="18" name="TextBox 4"/>
          <p:cNvSpPr txBox="1"/>
          <p:nvPr/>
        </p:nvSpPr>
        <p:spPr>
          <a:xfrm>
            <a:off x="7270829" y="6324600"/>
            <a:ext cx="1393249" cy="340221"/>
          </a:xfrm>
          <a:prstGeom prst="rect">
            <a:avLst/>
          </a:prstGeom>
        </p:spPr>
        <p:txBody>
          <a:bodyPr lIns="0" tIns="0" rIns="0" bIns="0" rtlCol="0" anchor="t">
            <a:spAutoFit/>
          </a:bodyPr>
          <a:lstStyle/>
          <a:p>
            <a:pPr algn="r">
              <a:lnSpc>
                <a:spcPts val="2940"/>
              </a:lnSpc>
              <a:spcBef>
                <a:spcPct val="0"/>
              </a:spcBef>
            </a:pPr>
            <a:r>
              <a:rPr lang="en-US" sz="2100" b="1">
                <a:solidFill>
                  <a:srgbClr val="000000"/>
                </a:solidFill>
                <a:latin typeface="Arial" panose="020B0604020202020204" pitchFamily="34" charset="0"/>
                <a:ea typeface="Inter Medium"/>
                <a:cs typeface="Arial" panose="020B0604020202020204" pitchFamily="34" charset="0"/>
                <a:sym typeface="Inter Medium"/>
              </a:rPr>
              <a:t>PAGE </a:t>
            </a:r>
            <a:r>
              <a:rPr lang="en-US" sz="2100" b="1" smtClean="0">
                <a:solidFill>
                  <a:srgbClr val="000000"/>
                </a:solidFill>
                <a:latin typeface="Arial" panose="020B0604020202020204" pitchFamily="34" charset="0"/>
                <a:ea typeface="Inter Medium"/>
                <a:cs typeface="Arial" panose="020B0604020202020204" pitchFamily="34" charset="0"/>
                <a:sym typeface="Inter Medium"/>
              </a:rPr>
              <a:t>15</a:t>
            </a:r>
            <a:endParaRPr lang="en-US" sz="2100" b="1">
              <a:solidFill>
                <a:srgbClr val="000000"/>
              </a:solidFill>
              <a:latin typeface="Arial" panose="020B0604020202020204" pitchFamily="34" charset="0"/>
              <a:ea typeface="Inter Medium"/>
              <a:cs typeface="Arial" panose="020B0604020202020204" pitchFamily="34" charset="0"/>
              <a:sym typeface="Inter Medium"/>
            </a:endParaRPr>
          </a:p>
        </p:txBody>
      </p:sp>
      <p:pic>
        <p:nvPicPr>
          <p:cNvPr id="8" name="Picture 7"/>
          <p:cNvPicPr>
            <a:picLocks noChangeAspect="1"/>
          </p:cNvPicPr>
          <p:nvPr/>
        </p:nvPicPr>
        <p:blipFill>
          <a:blip r:embed="rId8"/>
          <a:stretch>
            <a:fillRect/>
          </a:stretch>
        </p:blipFill>
        <p:spPr>
          <a:xfrm>
            <a:off x="326222" y="1269514"/>
            <a:ext cx="8512978" cy="4917682"/>
          </a:xfrm>
          <a:prstGeom prst="rect">
            <a:avLst/>
          </a:prstGeom>
        </p:spPr>
      </p:pic>
      <p:sp>
        <p:nvSpPr>
          <p:cNvPr id="9" name="TextBox 10"/>
          <p:cNvSpPr txBox="1"/>
          <p:nvPr/>
        </p:nvSpPr>
        <p:spPr>
          <a:xfrm>
            <a:off x="457200" y="110923"/>
            <a:ext cx="4343400" cy="1200329"/>
          </a:xfrm>
          <a:prstGeom prst="rect">
            <a:avLst/>
          </a:prstGeom>
        </p:spPr>
        <p:txBody>
          <a:bodyPr wrap="square" lIns="0" tIns="0" rIns="0" bIns="0" rtlCol="0" anchor="t">
            <a:spAutoFit/>
          </a:bodyPr>
          <a:lstStyle/>
          <a:p>
            <a:pPr algn="just">
              <a:lnSpc>
                <a:spcPct val="150000"/>
              </a:lnSpc>
            </a:pPr>
            <a:r>
              <a:rPr lang="en-US" sz="2800" b="1">
                <a:solidFill>
                  <a:srgbClr val="000000"/>
                </a:solidFill>
                <a:latin typeface="Arial" panose="020B0604020202020204" pitchFamily="34" charset="0"/>
                <a:ea typeface="Inter Bold"/>
                <a:cs typeface="Arial" panose="020B0604020202020204" pitchFamily="34" charset="0"/>
                <a:sym typeface="Inter Bold"/>
              </a:rPr>
              <a:t>Giao diện website </a:t>
            </a:r>
            <a:r>
              <a:rPr lang="en-US" sz="2800" b="1" smtClean="0">
                <a:solidFill>
                  <a:srgbClr val="000000"/>
                </a:solidFill>
                <a:latin typeface="Arial" panose="020B0604020202020204" pitchFamily="34" charset="0"/>
                <a:ea typeface="Inter Bold"/>
                <a:cs typeface="Arial" panose="020B0604020202020204" pitchFamily="34" charset="0"/>
                <a:sym typeface="Inter Bold"/>
              </a:rPr>
              <a:t>(4)</a:t>
            </a:r>
            <a:endParaRPr lang="en-US" sz="2800" b="1" smtClean="0">
              <a:solidFill>
                <a:srgbClr val="000000"/>
              </a:solidFill>
              <a:latin typeface="Arial" panose="020B0604020202020204" pitchFamily="34" charset="0"/>
              <a:ea typeface="Inter Bold"/>
              <a:cs typeface="Arial" panose="020B0604020202020204" pitchFamily="34" charset="0"/>
              <a:sym typeface="Inter Bold"/>
            </a:endParaRPr>
          </a:p>
          <a:p>
            <a:pPr algn="just">
              <a:lnSpc>
                <a:spcPct val="150000"/>
              </a:lnSpc>
            </a:pPr>
            <a:r>
              <a:rPr lang="en-US" sz="2400" i="1" smtClean="0">
                <a:solidFill>
                  <a:srgbClr val="000000"/>
                </a:solidFill>
                <a:latin typeface="Arial" panose="020B0604020202020204" pitchFamily="34" charset="0"/>
                <a:ea typeface="Inter Bold"/>
                <a:cs typeface="Arial" panose="020B0604020202020204" pitchFamily="34" charset="0"/>
                <a:sym typeface="Inter Bold"/>
              </a:rPr>
              <a:t>Giao diện trang đăng nhập </a:t>
            </a:r>
            <a:endParaRPr lang="en-US" sz="2400" i="1">
              <a:solidFill>
                <a:srgbClr val="000000"/>
              </a:solidFill>
              <a:latin typeface="Arial" panose="020B0604020202020204" pitchFamily="34" charset="0"/>
              <a:ea typeface="Inter Bold"/>
              <a:cs typeface="Arial" panose="020B0604020202020204" pitchFamily="34" charset="0"/>
              <a:sym typeface="Inter Bold"/>
            </a:endParaRPr>
          </a:p>
        </p:txBody>
      </p:sp>
    </p:spTree>
    <p:extLst>
      <p:ext uri="{BB962C8B-B14F-4D97-AF65-F5344CB8AC3E}">
        <p14:creationId xmlns:p14="http://schemas.microsoft.com/office/powerpoint/2010/main" val="152906887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sp>
        <p:nvSpPr>
          <p:cNvPr id="10" name="Freeform 10"/>
          <p:cNvSpPr/>
          <p:nvPr/>
        </p:nvSpPr>
        <p:spPr>
          <a:xfrm>
            <a:off x="-983650" y="85113"/>
            <a:ext cx="1447800" cy="1506174"/>
          </a:xfrm>
          <a:custGeom>
            <a:avLst/>
            <a:gdLst/>
            <a:ahLst/>
            <a:cxnLst/>
            <a:rect l="l" t="t" r="r" b="b"/>
            <a:pathLst>
              <a:path w="4062430" h="4114800">
                <a:moveTo>
                  <a:pt x="0" y="0"/>
                </a:moveTo>
                <a:lnTo>
                  <a:pt x="4062430" y="0"/>
                </a:lnTo>
                <a:lnTo>
                  <a:pt x="4062430" y="4114800"/>
                </a:lnTo>
                <a:lnTo>
                  <a:pt x="0" y="4114800"/>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11" name="Freeform 11"/>
          <p:cNvSpPr/>
          <p:nvPr/>
        </p:nvSpPr>
        <p:spPr>
          <a:xfrm>
            <a:off x="-414355" y="6400800"/>
            <a:ext cx="1481155" cy="1295400"/>
          </a:xfrm>
          <a:custGeom>
            <a:avLst/>
            <a:gdLst/>
            <a:ahLst/>
            <a:cxnLst/>
            <a:rect l="l" t="t" r="r" b="b"/>
            <a:pathLst>
              <a:path w="4581255" h="4114800">
                <a:moveTo>
                  <a:pt x="0" y="0"/>
                </a:moveTo>
                <a:lnTo>
                  <a:pt x="4581255" y="0"/>
                </a:lnTo>
                <a:lnTo>
                  <a:pt x="4581255" y="4114800"/>
                </a:lnTo>
                <a:lnTo>
                  <a:pt x="0" y="4114800"/>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14" name="Freeform 14"/>
          <p:cNvSpPr/>
          <p:nvPr/>
        </p:nvSpPr>
        <p:spPr>
          <a:xfrm flipH="1" flipV="1">
            <a:off x="7020213" y="228600"/>
            <a:ext cx="3287730" cy="1211494"/>
          </a:xfrm>
          <a:custGeom>
            <a:avLst/>
            <a:gdLst/>
            <a:ahLst/>
            <a:cxnLst/>
            <a:rect l="l" t="t" r="r" b="b"/>
            <a:pathLst>
              <a:path w="7147278" h="3993541">
                <a:moveTo>
                  <a:pt x="7147278" y="3993542"/>
                </a:moveTo>
                <a:lnTo>
                  <a:pt x="0" y="3993542"/>
                </a:lnTo>
                <a:lnTo>
                  <a:pt x="0" y="0"/>
                </a:lnTo>
                <a:lnTo>
                  <a:pt x="7147278" y="0"/>
                </a:lnTo>
                <a:lnTo>
                  <a:pt x="7147278" y="3993542"/>
                </a:lnTo>
                <a:close/>
              </a:path>
            </a:pathLst>
          </a:custGeom>
          <a:blipFill>
            <a:blip r:embed="rId7"/>
            <a:stretch>
              <a:fillRect/>
            </a:stretch>
          </a:blipFill>
        </p:spPr>
      </p:sp>
      <p:sp>
        <p:nvSpPr>
          <p:cNvPr id="18" name="TextBox 4"/>
          <p:cNvSpPr txBox="1"/>
          <p:nvPr/>
        </p:nvSpPr>
        <p:spPr>
          <a:xfrm>
            <a:off x="7270829" y="6324600"/>
            <a:ext cx="1393249" cy="340221"/>
          </a:xfrm>
          <a:prstGeom prst="rect">
            <a:avLst/>
          </a:prstGeom>
        </p:spPr>
        <p:txBody>
          <a:bodyPr lIns="0" tIns="0" rIns="0" bIns="0" rtlCol="0" anchor="t">
            <a:spAutoFit/>
          </a:bodyPr>
          <a:lstStyle/>
          <a:p>
            <a:pPr algn="r">
              <a:lnSpc>
                <a:spcPts val="2940"/>
              </a:lnSpc>
              <a:spcBef>
                <a:spcPct val="0"/>
              </a:spcBef>
            </a:pPr>
            <a:r>
              <a:rPr lang="en-US" sz="2100" b="1">
                <a:solidFill>
                  <a:srgbClr val="000000"/>
                </a:solidFill>
                <a:latin typeface="Arial" panose="020B0604020202020204" pitchFamily="34" charset="0"/>
                <a:ea typeface="Inter Medium"/>
                <a:cs typeface="Arial" panose="020B0604020202020204" pitchFamily="34" charset="0"/>
                <a:sym typeface="Inter Medium"/>
              </a:rPr>
              <a:t>PAGE </a:t>
            </a:r>
            <a:r>
              <a:rPr lang="en-US" sz="2100" b="1" smtClean="0">
                <a:solidFill>
                  <a:srgbClr val="000000"/>
                </a:solidFill>
                <a:latin typeface="Arial" panose="020B0604020202020204" pitchFamily="34" charset="0"/>
                <a:ea typeface="Inter Medium"/>
                <a:cs typeface="Arial" panose="020B0604020202020204" pitchFamily="34" charset="0"/>
                <a:sym typeface="Inter Medium"/>
              </a:rPr>
              <a:t>16</a:t>
            </a:r>
            <a:endParaRPr lang="en-US" sz="2100" b="1">
              <a:solidFill>
                <a:srgbClr val="000000"/>
              </a:solidFill>
              <a:latin typeface="Arial" panose="020B0604020202020204" pitchFamily="34" charset="0"/>
              <a:ea typeface="Inter Medium"/>
              <a:cs typeface="Arial" panose="020B0604020202020204" pitchFamily="34" charset="0"/>
              <a:sym typeface="Inter Medium"/>
            </a:endParaRPr>
          </a:p>
        </p:txBody>
      </p:sp>
      <p:sp>
        <p:nvSpPr>
          <p:cNvPr id="9" name="TextBox 10"/>
          <p:cNvSpPr txBox="1"/>
          <p:nvPr/>
        </p:nvSpPr>
        <p:spPr>
          <a:xfrm>
            <a:off x="457200" y="110923"/>
            <a:ext cx="4419600" cy="1200329"/>
          </a:xfrm>
          <a:prstGeom prst="rect">
            <a:avLst/>
          </a:prstGeom>
        </p:spPr>
        <p:txBody>
          <a:bodyPr wrap="square" lIns="0" tIns="0" rIns="0" bIns="0" rtlCol="0" anchor="t">
            <a:spAutoFit/>
          </a:bodyPr>
          <a:lstStyle/>
          <a:p>
            <a:pPr algn="just">
              <a:lnSpc>
                <a:spcPct val="150000"/>
              </a:lnSpc>
            </a:pPr>
            <a:r>
              <a:rPr lang="en-US" sz="2800" b="1">
                <a:solidFill>
                  <a:srgbClr val="000000"/>
                </a:solidFill>
                <a:latin typeface="Arial" panose="020B0604020202020204" pitchFamily="34" charset="0"/>
                <a:ea typeface="Inter Bold"/>
                <a:cs typeface="Arial" panose="020B0604020202020204" pitchFamily="34" charset="0"/>
                <a:sym typeface="Inter Bold"/>
              </a:rPr>
              <a:t>Giao diện website </a:t>
            </a:r>
            <a:r>
              <a:rPr lang="en-US" sz="2800" b="1" smtClean="0">
                <a:solidFill>
                  <a:srgbClr val="000000"/>
                </a:solidFill>
                <a:latin typeface="Arial" panose="020B0604020202020204" pitchFamily="34" charset="0"/>
                <a:ea typeface="Inter Bold"/>
                <a:cs typeface="Arial" panose="020B0604020202020204" pitchFamily="34" charset="0"/>
                <a:sym typeface="Inter Bold"/>
              </a:rPr>
              <a:t>(5)</a:t>
            </a:r>
          </a:p>
          <a:p>
            <a:pPr algn="just">
              <a:lnSpc>
                <a:spcPct val="150000"/>
              </a:lnSpc>
            </a:pPr>
            <a:r>
              <a:rPr lang="en-US" sz="2400" i="1" smtClean="0">
                <a:solidFill>
                  <a:srgbClr val="000000"/>
                </a:solidFill>
                <a:latin typeface="Arial" panose="020B0604020202020204" pitchFamily="34" charset="0"/>
                <a:ea typeface="Inter Bold"/>
                <a:cs typeface="Arial" panose="020B0604020202020204" pitchFamily="34" charset="0"/>
                <a:sym typeface="Inter Bold"/>
              </a:rPr>
              <a:t>Giao diện trang ký </a:t>
            </a:r>
            <a:endParaRPr lang="en-US" sz="2400" i="1">
              <a:solidFill>
                <a:srgbClr val="000000"/>
              </a:solidFill>
              <a:latin typeface="Arial" panose="020B0604020202020204" pitchFamily="34" charset="0"/>
              <a:ea typeface="Inter Bold"/>
              <a:cs typeface="Arial" panose="020B0604020202020204" pitchFamily="34" charset="0"/>
              <a:sym typeface="Inter Bold"/>
            </a:endParaRPr>
          </a:p>
        </p:txBody>
      </p:sp>
      <p:pic>
        <p:nvPicPr>
          <p:cNvPr id="12" name="Picture 11"/>
          <p:cNvPicPr>
            <a:picLocks noChangeAspect="1"/>
          </p:cNvPicPr>
          <p:nvPr/>
        </p:nvPicPr>
        <p:blipFill>
          <a:blip r:embed="rId8"/>
          <a:stretch>
            <a:fillRect/>
          </a:stretch>
        </p:blipFill>
        <p:spPr>
          <a:xfrm>
            <a:off x="326222" y="1337062"/>
            <a:ext cx="8512978" cy="4909936"/>
          </a:xfrm>
          <a:prstGeom prst="rect">
            <a:avLst/>
          </a:prstGeom>
        </p:spPr>
      </p:pic>
    </p:spTree>
    <p:extLst>
      <p:ext uri="{BB962C8B-B14F-4D97-AF65-F5344CB8AC3E}">
        <p14:creationId xmlns:p14="http://schemas.microsoft.com/office/powerpoint/2010/main" val="110878723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sp>
        <p:nvSpPr>
          <p:cNvPr id="10" name="Freeform 10"/>
          <p:cNvSpPr/>
          <p:nvPr/>
        </p:nvSpPr>
        <p:spPr>
          <a:xfrm>
            <a:off x="-983650" y="85113"/>
            <a:ext cx="1447800" cy="1506174"/>
          </a:xfrm>
          <a:custGeom>
            <a:avLst/>
            <a:gdLst/>
            <a:ahLst/>
            <a:cxnLst/>
            <a:rect l="l" t="t" r="r" b="b"/>
            <a:pathLst>
              <a:path w="4062430" h="4114800">
                <a:moveTo>
                  <a:pt x="0" y="0"/>
                </a:moveTo>
                <a:lnTo>
                  <a:pt x="4062430" y="0"/>
                </a:lnTo>
                <a:lnTo>
                  <a:pt x="4062430" y="4114800"/>
                </a:lnTo>
                <a:lnTo>
                  <a:pt x="0" y="4114800"/>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11" name="Freeform 11"/>
          <p:cNvSpPr/>
          <p:nvPr/>
        </p:nvSpPr>
        <p:spPr>
          <a:xfrm>
            <a:off x="-414355" y="6400800"/>
            <a:ext cx="1481155" cy="1295400"/>
          </a:xfrm>
          <a:custGeom>
            <a:avLst/>
            <a:gdLst/>
            <a:ahLst/>
            <a:cxnLst/>
            <a:rect l="l" t="t" r="r" b="b"/>
            <a:pathLst>
              <a:path w="4581255" h="4114800">
                <a:moveTo>
                  <a:pt x="0" y="0"/>
                </a:moveTo>
                <a:lnTo>
                  <a:pt x="4581255" y="0"/>
                </a:lnTo>
                <a:lnTo>
                  <a:pt x="4581255" y="4114800"/>
                </a:lnTo>
                <a:lnTo>
                  <a:pt x="0" y="4114800"/>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14" name="Freeform 14"/>
          <p:cNvSpPr/>
          <p:nvPr/>
        </p:nvSpPr>
        <p:spPr>
          <a:xfrm flipH="1" flipV="1">
            <a:off x="7020213" y="228600"/>
            <a:ext cx="3287730" cy="1211494"/>
          </a:xfrm>
          <a:custGeom>
            <a:avLst/>
            <a:gdLst/>
            <a:ahLst/>
            <a:cxnLst/>
            <a:rect l="l" t="t" r="r" b="b"/>
            <a:pathLst>
              <a:path w="7147278" h="3993541">
                <a:moveTo>
                  <a:pt x="7147278" y="3993542"/>
                </a:moveTo>
                <a:lnTo>
                  <a:pt x="0" y="3993542"/>
                </a:lnTo>
                <a:lnTo>
                  <a:pt x="0" y="0"/>
                </a:lnTo>
                <a:lnTo>
                  <a:pt x="7147278" y="0"/>
                </a:lnTo>
                <a:lnTo>
                  <a:pt x="7147278" y="3993542"/>
                </a:lnTo>
                <a:close/>
              </a:path>
            </a:pathLst>
          </a:custGeom>
          <a:blipFill>
            <a:blip r:embed="rId7"/>
            <a:stretch>
              <a:fillRect/>
            </a:stretch>
          </a:blipFill>
        </p:spPr>
      </p:sp>
      <p:sp>
        <p:nvSpPr>
          <p:cNvPr id="18" name="TextBox 4"/>
          <p:cNvSpPr txBox="1"/>
          <p:nvPr/>
        </p:nvSpPr>
        <p:spPr>
          <a:xfrm>
            <a:off x="7270829" y="6324600"/>
            <a:ext cx="1393249" cy="340221"/>
          </a:xfrm>
          <a:prstGeom prst="rect">
            <a:avLst/>
          </a:prstGeom>
        </p:spPr>
        <p:txBody>
          <a:bodyPr lIns="0" tIns="0" rIns="0" bIns="0" rtlCol="0" anchor="t">
            <a:spAutoFit/>
          </a:bodyPr>
          <a:lstStyle/>
          <a:p>
            <a:pPr algn="r">
              <a:lnSpc>
                <a:spcPts val="2940"/>
              </a:lnSpc>
              <a:spcBef>
                <a:spcPct val="0"/>
              </a:spcBef>
            </a:pPr>
            <a:r>
              <a:rPr lang="en-US" sz="2100" b="1">
                <a:solidFill>
                  <a:srgbClr val="000000"/>
                </a:solidFill>
                <a:latin typeface="Arial" panose="020B0604020202020204" pitchFamily="34" charset="0"/>
                <a:ea typeface="Inter Medium"/>
                <a:cs typeface="Arial" panose="020B0604020202020204" pitchFamily="34" charset="0"/>
                <a:sym typeface="Inter Medium"/>
              </a:rPr>
              <a:t>PAGE </a:t>
            </a:r>
            <a:r>
              <a:rPr lang="en-US" sz="2100" b="1" smtClean="0">
                <a:solidFill>
                  <a:srgbClr val="000000"/>
                </a:solidFill>
                <a:latin typeface="Arial" panose="020B0604020202020204" pitchFamily="34" charset="0"/>
                <a:ea typeface="Inter Medium"/>
                <a:cs typeface="Arial" panose="020B0604020202020204" pitchFamily="34" charset="0"/>
                <a:sym typeface="Inter Medium"/>
              </a:rPr>
              <a:t>17</a:t>
            </a:r>
            <a:endParaRPr lang="en-US" sz="2100" b="1">
              <a:solidFill>
                <a:srgbClr val="000000"/>
              </a:solidFill>
              <a:latin typeface="Arial" panose="020B0604020202020204" pitchFamily="34" charset="0"/>
              <a:ea typeface="Inter Medium"/>
              <a:cs typeface="Arial" panose="020B0604020202020204" pitchFamily="34" charset="0"/>
              <a:sym typeface="Inter Medium"/>
            </a:endParaRPr>
          </a:p>
        </p:txBody>
      </p:sp>
      <p:sp>
        <p:nvSpPr>
          <p:cNvPr id="9" name="TextBox 10"/>
          <p:cNvSpPr txBox="1"/>
          <p:nvPr/>
        </p:nvSpPr>
        <p:spPr>
          <a:xfrm>
            <a:off x="457200" y="110923"/>
            <a:ext cx="3629880" cy="1200329"/>
          </a:xfrm>
          <a:prstGeom prst="rect">
            <a:avLst/>
          </a:prstGeom>
        </p:spPr>
        <p:txBody>
          <a:bodyPr wrap="square" lIns="0" tIns="0" rIns="0" bIns="0" rtlCol="0" anchor="t">
            <a:spAutoFit/>
          </a:bodyPr>
          <a:lstStyle/>
          <a:p>
            <a:pPr algn="just">
              <a:lnSpc>
                <a:spcPct val="150000"/>
              </a:lnSpc>
            </a:pPr>
            <a:r>
              <a:rPr lang="en-US" sz="2800" b="1">
                <a:solidFill>
                  <a:srgbClr val="000000"/>
                </a:solidFill>
                <a:latin typeface="Arial" panose="020B0604020202020204" pitchFamily="34" charset="0"/>
                <a:ea typeface="Inter Bold"/>
                <a:cs typeface="Arial" panose="020B0604020202020204" pitchFamily="34" charset="0"/>
                <a:sym typeface="Inter Bold"/>
              </a:rPr>
              <a:t>Giao diện website </a:t>
            </a:r>
            <a:r>
              <a:rPr lang="en-US" sz="2800" b="1" smtClean="0">
                <a:solidFill>
                  <a:srgbClr val="000000"/>
                </a:solidFill>
                <a:latin typeface="Arial" panose="020B0604020202020204" pitchFamily="34" charset="0"/>
                <a:ea typeface="Inter Bold"/>
                <a:cs typeface="Arial" panose="020B0604020202020204" pitchFamily="34" charset="0"/>
                <a:sym typeface="Inter Bold"/>
              </a:rPr>
              <a:t>(6)</a:t>
            </a:r>
            <a:endParaRPr lang="en-US" sz="2800" b="1" smtClean="0">
              <a:solidFill>
                <a:srgbClr val="000000"/>
              </a:solidFill>
              <a:latin typeface="Arial" panose="020B0604020202020204" pitchFamily="34" charset="0"/>
              <a:ea typeface="Inter Bold"/>
              <a:cs typeface="Arial" panose="020B0604020202020204" pitchFamily="34" charset="0"/>
              <a:sym typeface="Inter Bold"/>
            </a:endParaRPr>
          </a:p>
          <a:p>
            <a:pPr algn="just">
              <a:lnSpc>
                <a:spcPct val="150000"/>
              </a:lnSpc>
            </a:pPr>
            <a:r>
              <a:rPr lang="en-US" sz="2400" i="1" smtClean="0">
                <a:solidFill>
                  <a:srgbClr val="000000"/>
                </a:solidFill>
                <a:latin typeface="Arial" panose="020B0604020202020204" pitchFamily="34" charset="0"/>
                <a:ea typeface="Inter Bold"/>
                <a:cs typeface="Arial" panose="020B0604020202020204" pitchFamily="34" charset="0"/>
                <a:sym typeface="Inter Bold"/>
              </a:rPr>
              <a:t>Giao diện trang quản trị </a:t>
            </a:r>
            <a:endParaRPr lang="en-US" sz="2400" i="1">
              <a:solidFill>
                <a:srgbClr val="000000"/>
              </a:solidFill>
              <a:latin typeface="Arial" panose="020B0604020202020204" pitchFamily="34" charset="0"/>
              <a:ea typeface="Inter Bold"/>
              <a:cs typeface="Arial" panose="020B0604020202020204" pitchFamily="34" charset="0"/>
              <a:sym typeface="Inter Bold"/>
            </a:endParaRPr>
          </a:p>
        </p:txBody>
      </p:sp>
      <p:pic>
        <p:nvPicPr>
          <p:cNvPr id="2" name="Picture 1"/>
          <p:cNvPicPr>
            <a:picLocks noChangeAspect="1"/>
          </p:cNvPicPr>
          <p:nvPr/>
        </p:nvPicPr>
        <p:blipFill>
          <a:blip r:embed="rId8"/>
          <a:stretch>
            <a:fillRect/>
          </a:stretch>
        </p:blipFill>
        <p:spPr>
          <a:xfrm>
            <a:off x="464150" y="1591287"/>
            <a:ext cx="8305800" cy="4368165"/>
          </a:xfrm>
          <a:prstGeom prst="rect">
            <a:avLst/>
          </a:prstGeom>
        </p:spPr>
      </p:pic>
    </p:spTree>
    <p:extLst>
      <p:ext uri="{BB962C8B-B14F-4D97-AF65-F5344CB8AC3E}">
        <p14:creationId xmlns:p14="http://schemas.microsoft.com/office/powerpoint/2010/main" val="251568035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sp>
        <p:nvSpPr>
          <p:cNvPr id="19" name="Title 4"/>
          <p:cNvSpPr>
            <a:spLocks noGrp="1"/>
          </p:cNvSpPr>
          <p:nvPr/>
        </p:nvSpPr>
        <p:spPr>
          <a:xfrm>
            <a:off x="76200" y="75883"/>
            <a:ext cx="8229600" cy="68611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b="1" smtClean="0">
                <a:latin typeface="Arial" panose="020B0604020202020204" pitchFamily="34" charset="0"/>
                <a:cs typeface="Arial" panose="020B0604020202020204" pitchFamily="34" charset="0"/>
              </a:rPr>
              <a:t>KẾT LUẬN </a:t>
            </a:r>
            <a:endParaRPr lang="en-US" dirty="0"/>
          </a:p>
        </p:txBody>
      </p:sp>
      <p:sp>
        <p:nvSpPr>
          <p:cNvPr id="26" name="Rectangle 25"/>
          <p:cNvSpPr/>
          <p:nvPr/>
        </p:nvSpPr>
        <p:spPr>
          <a:xfrm>
            <a:off x="38528" y="990600"/>
            <a:ext cx="9220200" cy="6093976"/>
          </a:xfrm>
          <a:prstGeom prst="rect">
            <a:avLst/>
          </a:prstGeom>
        </p:spPr>
        <p:txBody>
          <a:bodyPr wrap="square">
            <a:spAutoFit/>
          </a:bodyPr>
          <a:lstStyle/>
          <a:p>
            <a:pPr>
              <a:lnSpc>
                <a:spcPct val="150000"/>
              </a:lnSpc>
            </a:pPr>
            <a:r>
              <a:rPr lang="en-US" sz="2400" b="1">
                <a:solidFill>
                  <a:srgbClr val="000000"/>
                </a:solidFill>
                <a:latin typeface="Arial" panose="020B0604020202020204" pitchFamily="34" charset="0"/>
                <a:ea typeface="Inter Bold"/>
                <a:cs typeface="Arial" panose="020B0604020202020204" pitchFamily="34" charset="0"/>
                <a:sym typeface="Inter Bold"/>
              </a:rPr>
              <a:t>Kết quả đạt được</a:t>
            </a:r>
          </a:p>
          <a:p>
            <a:pPr marL="342900" indent="-342900">
              <a:lnSpc>
                <a:spcPct val="150000"/>
              </a:lnSpc>
              <a:buFont typeface="Arial" panose="020B0604020202020204" pitchFamily="34" charset="0"/>
              <a:buChar char="•"/>
            </a:pPr>
            <a:r>
              <a:rPr lang="vi-VN" sz="2400">
                <a:solidFill>
                  <a:srgbClr val="000000"/>
                </a:solidFill>
                <a:ea typeface="Inter"/>
                <a:cs typeface="Arial" panose="020B0604020202020204" pitchFamily="34" charset="0"/>
                <a:sym typeface="Inter"/>
              </a:rPr>
              <a:t>Xây dựng được website quản lý thư viện cơ </a:t>
            </a:r>
            <a:r>
              <a:rPr lang="vi-VN" sz="2400">
                <a:solidFill>
                  <a:srgbClr val="000000"/>
                </a:solidFill>
                <a:ea typeface="Inter"/>
                <a:cs typeface="Arial" panose="020B0604020202020204" pitchFamily="34" charset="0"/>
                <a:sym typeface="Inter"/>
              </a:rPr>
              <a:t>bản</a:t>
            </a:r>
            <a:r>
              <a:rPr lang="vi-VN" sz="2400" smtClean="0">
                <a:solidFill>
                  <a:srgbClr val="000000"/>
                </a:solidFill>
                <a:ea typeface="Inter"/>
                <a:cs typeface="Arial" panose="020B0604020202020204" pitchFamily="34" charset="0"/>
                <a:sym typeface="Inter"/>
              </a:rPr>
              <a:t>.</a:t>
            </a:r>
            <a:endParaRPr lang="en-US" sz="2400" smtClean="0">
              <a:solidFill>
                <a:srgbClr val="000000"/>
              </a:solidFill>
              <a:ea typeface="Inter"/>
              <a:cs typeface="Arial" panose="020B0604020202020204" pitchFamily="34" charset="0"/>
              <a:sym typeface="Inter"/>
            </a:endParaRPr>
          </a:p>
          <a:p>
            <a:pPr marL="342900" indent="-342900">
              <a:lnSpc>
                <a:spcPct val="150000"/>
              </a:lnSpc>
              <a:buFont typeface="Arial" panose="020B0604020202020204" pitchFamily="34" charset="0"/>
              <a:buChar char="•"/>
            </a:pPr>
            <a:r>
              <a:rPr lang="vi-VN" sz="2400" smtClean="0">
                <a:solidFill>
                  <a:srgbClr val="000000"/>
                </a:solidFill>
                <a:ea typeface="Inter"/>
                <a:cs typeface="Arial" panose="020B0604020202020204" pitchFamily="34" charset="0"/>
                <a:sym typeface="Inter"/>
              </a:rPr>
              <a:t>Giao </a:t>
            </a:r>
            <a:r>
              <a:rPr lang="vi-VN" sz="2400">
                <a:solidFill>
                  <a:srgbClr val="000000"/>
                </a:solidFill>
                <a:ea typeface="Inter"/>
                <a:cs typeface="Arial" panose="020B0604020202020204" pitchFamily="34" charset="0"/>
                <a:sym typeface="Inter"/>
              </a:rPr>
              <a:t>diện tương đối hoàn chỉnh, đáp ứng các chức năng đề </a:t>
            </a:r>
            <a:r>
              <a:rPr lang="vi-VN" sz="2400">
                <a:solidFill>
                  <a:srgbClr val="000000"/>
                </a:solidFill>
                <a:ea typeface="Inter"/>
                <a:cs typeface="Arial" panose="020B0604020202020204" pitchFamily="34" charset="0"/>
                <a:sym typeface="Inter"/>
              </a:rPr>
              <a:t>ra</a:t>
            </a:r>
            <a:r>
              <a:rPr lang="vi-VN" sz="2400" smtClean="0">
                <a:solidFill>
                  <a:srgbClr val="000000"/>
                </a:solidFill>
                <a:ea typeface="Inter"/>
                <a:cs typeface="Arial" panose="020B0604020202020204" pitchFamily="34" charset="0"/>
                <a:sym typeface="Inter"/>
              </a:rPr>
              <a:t>.</a:t>
            </a:r>
            <a:endParaRPr lang="en-US" sz="2400" smtClean="0">
              <a:solidFill>
                <a:srgbClr val="000000"/>
              </a:solidFill>
              <a:ea typeface="Inter"/>
              <a:cs typeface="Arial" panose="020B0604020202020204" pitchFamily="34" charset="0"/>
              <a:sym typeface="Inter"/>
            </a:endParaRPr>
          </a:p>
          <a:p>
            <a:pPr>
              <a:lnSpc>
                <a:spcPct val="150000"/>
              </a:lnSpc>
            </a:pPr>
            <a:r>
              <a:rPr lang="en-US" sz="2400" b="1" smtClean="0">
                <a:solidFill>
                  <a:srgbClr val="000000"/>
                </a:solidFill>
                <a:latin typeface="Arial" panose="020B0604020202020204" pitchFamily="34" charset="0"/>
                <a:ea typeface="Inter Bold"/>
                <a:cs typeface="Arial" panose="020B0604020202020204" pitchFamily="34" charset="0"/>
                <a:sym typeface="Inter Bold"/>
              </a:rPr>
              <a:t>Hạn </a:t>
            </a:r>
            <a:r>
              <a:rPr lang="en-US" sz="2400" b="1">
                <a:solidFill>
                  <a:srgbClr val="000000"/>
                </a:solidFill>
                <a:latin typeface="Arial" panose="020B0604020202020204" pitchFamily="34" charset="0"/>
                <a:ea typeface="Inter Bold"/>
                <a:cs typeface="Arial" panose="020B0604020202020204" pitchFamily="34" charset="0"/>
                <a:sym typeface="Inter Bold"/>
              </a:rPr>
              <a:t>chế</a:t>
            </a:r>
          </a:p>
          <a:p>
            <a:pPr marL="342900" indent="-342900">
              <a:lnSpc>
                <a:spcPct val="150000"/>
              </a:lnSpc>
              <a:buFont typeface="Arial" panose="020B0604020202020204" pitchFamily="34" charset="0"/>
              <a:buChar char="•"/>
            </a:pPr>
            <a:r>
              <a:rPr lang="vi-VN" sz="2400">
                <a:solidFill>
                  <a:srgbClr val="000000"/>
                </a:solidFill>
                <a:ea typeface="Inter"/>
                <a:cs typeface="Arial" panose="020B0604020202020204" pitchFamily="34" charset="0"/>
                <a:sym typeface="Inter"/>
              </a:rPr>
              <a:t>Giao diện và màu sắc chưa thật sự chuyên </a:t>
            </a:r>
            <a:r>
              <a:rPr lang="vi-VN" sz="2400">
                <a:solidFill>
                  <a:srgbClr val="000000"/>
                </a:solidFill>
                <a:ea typeface="Inter"/>
                <a:cs typeface="Arial" panose="020B0604020202020204" pitchFamily="34" charset="0"/>
                <a:sym typeface="Inter"/>
              </a:rPr>
              <a:t>nghiệp</a:t>
            </a:r>
            <a:r>
              <a:rPr lang="vi-VN" sz="2400" smtClean="0">
                <a:solidFill>
                  <a:srgbClr val="000000"/>
                </a:solidFill>
                <a:ea typeface="Inter"/>
                <a:cs typeface="Arial" panose="020B0604020202020204" pitchFamily="34" charset="0"/>
                <a:sym typeface="Inter"/>
              </a:rPr>
              <a:t>.</a:t>
            </a:r>
            <a:endParaRPr lang="en-US" sz="2400" smtClean="0">
              <a:solidFill>
                <a:srgbClr val="000000"/>
              </a:solidFill>
              <a:ea typeface="Inter"/>
              <a:cs typeface="Arial" panose="020B0604020202020204" pitchFamily="34" charset="0"/>
              <a:sym typeface="Inter"/>
            </a:endParaRPr>
          </a:p>
          <a:p>
            <a:pPr marL="342900" indent="-342900">
              <a:lnSpc>
                <a:spcPct val="150000"/>
              </a:lnSpc>
              <a:buFont typeface="Arial" panose="020B0604020202020204" pitchFamily="34" charset="0"/>
              <a:buChar char="•"/>
            </a:pPr>
            <a:r>
              <a:rPr lang="vi-VN" sz="2400" smtClean="0">
                <a:solidFill>
                  <a:srgbClr val="000000"/>
                </a:solidFill>
                <a:ea typeface="Inter"/>
                <a:cs typeface="Arial" panose="020B0604020202020204" pitchFamily="34" charset="0"/>
                <a:sym typeface="Inter"/>
              </a:rPr>
              <a:t>Một </a:t>
            </a:r>
            <a:r>
              <a:rPr lang="vi-VN" sz="2400">
                <a:solidFill>
                  <a:srgbClr val="000000"/>
                </a:solidFill>
                <a:ea typeface="Inter"/>
                <a:cs typeface="Arial" panose="020B0604020202020204" pitchFamily="34" charset="0"/>
                <a:sym typeface="Inter"/>
              </a:rPr>
              <a:t>số chức năng còn sai sót, chưa hoàn </a:t>
            </a:r>
            <a:r>
              <a:rPr lang="vi-VN" sz="2400">
                <a:solidFill>
                  <a:srgbClr val="000000"/>
                </a:solidFill>
                <a:ea typeface="Inter"/>
                <a:cs typeface="Arial" panose="020B0604020202020204" pitchFamily="34" charset="0"/>
                <a:sym typeface="Inter"/>
              </a:rPr>
              <a:t>thiện</a:t>
            </a:r>
            <a:r>
              <a:rPr lang="vi-VN" sz="2400" smtClean="0">
                <a:solidFill>
                  <a:srgbClr val="000000"/>
                </a:solidFill>
                <a:ea typeface="Inter"/>
                <a:cs typeface="Arial" panose="020B0604020202020204" pitchFamily="34" charset="0"/>
                <a:sym typeface="Inter"/>
              </a:rPr>
              <a:t>.</a:t>
            </a:r>
            <a:endParaRPr lang="en-US" sz="2400" smtClean="0">
              <a:solidFill>
                <a:srgbClr val="000000"/>
              </a:solidFill>
              <a:ea typeface="Inter"/>
              <a:cs typeface="Arial" panose="020B0604020202020204" pitchFamily="34" charset="0"/>
              <a:sym typeface="Inter"/>
            </a:endParaRPr>
          </a:p>
          <a:p>
            <a:pPr marL="342900" indent="-342900">
              <a:lnSpc>
                <a:spcPct val="150000"/>
              </a:lnSpc>
              <a:buFont typeface="Arial" panose="020B0604020202020204" pitchFamily="34" charset="0"/>
              <a:buChar char="•"/>
            </a:pPr>
            <a:r>
              <a:rPr lang="vi-VN" sz="2400" smtClean="0">
                <a:solidFill>
                  <a:srgbClr val="000000"/>
                </a:solidFill>
                <a:ea typeface="Inter"/>
                <a:cs typeface="Arial" panose="020B0604020202020204" pitchFamily="34" charset="0"/>
                <a:sym typeface="Inter"/>
              </a:rPr>
              <a:t>Phạm </a:t>
            </a:r>
            <a:r>
              <a:rPr lang="vi-VN" sz="2400">
                <a:solidFill>
                  <a:srgbClr val="000000"/>
                </a:solidFill>
                <a:ea typeface="Inter"/>
                <a:cs typeface="Arial" panose="020B0604020202020204" pitchFamily="34" charset="0"/>
                <a:sym typeface="Inter"/>
              </a:rPr>
              <a:t>vi chức năng và mức độ bảo mật còn hạn </a:t>
            </a:r>
            <a:r>
              <a:rPr lang="vi-VN" sz="2400">
                <a:solidFill>
                  <a:srgbClr val="000000"/>
                </a:solidFill>
                <a:ea typeface="Inter"/>
                <a:cs typeface="Arial" panose="020B0604020202020204" pitchFamily="34" charset="0"/>
                <a:sym typeface="Inter"/>
              </a:rPr>
              <a:t>chế</a:t>
            </a:r>
            <a:r>
              <a:rPr lang="vi-VN" sz="2400" smtClean="0">
                <a:solidFill>
                  <a:srgbClr val="000000"/>
                </a:solidFill>
                <a:ea typeface="Inter"/>
                <a:cs typeface="Arial" panose="020B0604020202020204" pitchFamily="34" charset="0"/>
                <a:sym typeface="Inter"/>
              </a:rPr>
              <a:t>.</a:t>
            </a:r>
            <a:endParaRPr lang="en-US" sz="2400" smtClean="0">
              <a:solidFill>
                <a:srgbClr val="000000"/>
              </a:solidFill>
              <a:ea typeface="Inter"/>
              <a:cs typeface="Arial" panose="020B0604020202020204" pitchFamily="34" charset="0"/>
              <a:sym typeface="Inter"/>
            </a:endParaRPr>
          </a:p>
          <a:p>
            <a:pPr>
              <a:lnSpc>
                <a:spcPct val="150000"/>
              </a:lnSpc>
            </a:pPr>
            <a:r>
              <a:rPr lang="en-US" sz="2400" b="1" smtClean="0">
                <a:solidFill>
                  <a:srgbClr val="000000"/>
                </a:solidFill>
                <a:latin typeface="Arial" panose="020B0604020202020204" pitchFamily="34" charset="0"/>
                <a:ea typeface="Inter Bold"/>
                <a:cs typeface="Arial" panose="020B0604020202020204" pitchFamily="34" charset="0"/>
                <a:sym typeface="Inter Bold"/>
              </a:rPr>
              <a:t>Hướng </a:t>
            </a:r>
            <a:r>
              <a:rPr lang="en-US" sz="2400" b="1">
                <a:solidFill>
                  <a:srgbClr val="000000"/>
                </a:solidFill>
                <a:latin typeface="Arial" panose="020B0604020202020204" pitchFamily="34" charset="0"/>
                <a:ea typeface="Inter Bold"/>
                <a:cs typeface="Arial" panose="020B0604020202020204" pitchFamily="34" charset="0"/>
                <a:sym typeface="Inter Bold"/>
              </a:rPr>
              <a:t>phát triển</a:t>
            </a:r>
          </a:p>
          <a:p>
            <a:pPr marL="342900" indent="-342900">
              <a:lnSpc>
                <a:spcPct val="150000"/>
              </a:lnSpc>
              <a:buFont typeface="Arial" panose="020B0604020202020204" pitchFamily="34" charset="0"/>
              <a:buChar char="•"/>
            </a:pPr>
            <a:r>
              <a:rPr lang="vi-VN" sz="2400">
                <a:solidFill>
                  <a:srgbClr val="000000"/>
                </a:solidFill>
                <a:ea typeface="Inter"/>
                <a:cs typeface="Arial" panose="020B0604020202020204" pitchFamily="34" charset="0"/>
                <a:sym typeface="Inter"/>
              </a:rPr>
              <a:t>Tích hợp mã vạch để tự động hóa quy trình mượn – </a:t>
            </a:r>
            <a:r>
              <a:rPr lang="vi-VN" sz="2400">
                <a:solidFill>
                  <a:srgbClr val="000000"/>
                </a:solidFill>
                <a:ea typeface="Inter"/>
                <a:cs typeface="Arial" panose="020B0604020202020204" pitchFamily="34" charset="0"/>
                <a:sym typeface="Inter"/>
              </a:rPr>
              <a:t>trả</a:t>
            </a:r>
            <a:r>
              <a:rPr lang="vi-VN" sz="2400" smtClean="0">
                <a:solidFill>
                  <a:srgbClr val="000000"/>
                </a:solidFill>
                <a:ea typeface="Inter"/>
                <a:cs typeface="Arial" panose="020B0604020202020204" pitchFamily="34" charset="0"/>
                <a:sym typeface="Inter"/>
              </a:rPr>
              <a:t>.</a:t>
            </a:r>
            <a:endParaRPr lang="en-US" sz="2400" smtClean="0">
              <a:solidFill>
                <a:srgbClr val="000000"/>
              </a:solidFill>
              <a:ea typeface="Inter"/>
              <a:cs typeface="Arial" panose="020B0604020202020204" pitchFamily="34" charset="0"/>
              <a:sym typeface="Inter"/>
            </a:endParaRPr>
          </a:p>
          <a:p>
            <a:pPr marL="342900" indent="-342900">
              <a:lnSpc>
                <a:spcPct val="150000"/>
              </a:lnSpc>
              <a:buFont typeface="Arial" panose="020B0604020202020204" pitchFamily="34" charset="0"/>
              <a:buChar char="•"/>
            </a:pPr>
            <a:r>
              <a:rPr lang="vi-VN" sz="2400" smtClean="0">
                <a:solidFill>
                  <a:srgbClr val="000000"/>
                </a:solidFill>
                <a:ea typeface="Inter"/>
                <a:cs typeface="Arial" panose="020B0604020202020204" pitchFamily="34" charset="0"/>
                <a:sym typeface="Inter"/>
              </a:rPr>
              <a:t>Bổ </a:t>
            </a:r>
            <a:r>
              <a:rPr lang="vi-VN" sz="2400">
                <a:solidFill>
                  <a:srgbClr val="000000"/>
                </a:solidFill>
                <a:ea typeface="Inter"/>
                <a:cs typeface="Arial" panose="020B0604020202020204" pitchFamily="34" charset="0"/>
                <a:sym typeface="Inter"/>
              </a:rPr>
              <a:t>sung chức năng đặt sách trực tuyến, gia hạn mượn.</a:t>
            </a:r>
            <a:endParaRPr lang="en-US" sz="2400">
              <a:solidFill>
                <a:srgbClr val="000000"/>
              </a:solidFill>
              <a:latin typeface="Arial" panose="020B0604020202020204" pitchFamily="34" charset="0"/>
              <a:ea typeface="Inter"/>
              <a:cs typeface="Arial" panose="020B0604020202020204" pitchFamily="34" charset="0"/>
              <a:sym typeface="Inter"/>
            </a:endParaRPr>
          </a:p>
          <a:p>
            <a:pPr>
              <a:lnSpc>
                <a:spcPct val="150000"/>
              </a:lnSpc>
            </a:pPr>
            <a:endParaRPr lang="en-US" sz="2000">
              <a:solidFill>
                <a:srgbClr val="000000"/>
              </a:solidFill>
              <a:latin typeface="Arial" panose="020B0604020202020204" pitchFamily="34" charset="0"/>
              <a:ea typeface="Inter"/>
              <a:cs typeface="Arial" panose="020B0604020202020204" pitchFamily="34" charset="0"/>
              <a:sym typeface="Inter"/>
            </a:endParaRPr>
          </a:p>
        </p:txBody>
      </p:sp>
    </p:spTree>
    <p:extLst>
      <p:ext uri="{BB962C8B-B14F-4D97-AF65-F5344CB8AC3E}">
        <p14:creationId xmlns:p14="http://schemas.microsoft.com/office/powerpoint/2010/main" val="51981228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sp>
        <p:nvSpPr>
          <p:cNvPr id="3" name="Freeform 3"/>
          <p:cNvSpPr/>
          <p:nvPr/>
        </p:nvSpPr>
        <p:spPr>
          <a:xfrm>
            <a:off x="-326319" y="496303"/>
            <a:ext cx="2031215" cy="2057400"/>
          </a:xfrm>
          <a:custGeom>
            <a:avLst/>
            <a:gdLst/>
            <a:ahLst/>
            <a:cxnLst/>
            <a:rect l="l" t="t" r="r" b="b"/>
            <a:pathLst>
              <a:path w="4062430" h="4114800">
                <a:moveTo>
                  <a:pt x="0" y="0"/>
                </a:moveTo>
                <a:lnTo>
                  <a:pt x="4062429" y="0"/>
                </a:lnTo>
                <a:lnTo>
                  <a:pt x="4062429" y="4114800"/>
                </a:lnTo>
                <a:lnTo>
                  <a:pt x="0" y="4114800"/>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4" name="Freeform 4"/>
          <p:cNvSpPr/>
          <p:nvPr/>
        </p:nvSpPr>
        <p:spPr>
          <a:xfrm>
            <a:off x="-604442" y="4377796"/>
            <a:ext cx="2587461" cy="2586383"/>
          </a:xfrm>
          <a:custGeom>
            <a:avLst/>
            <a:gdLst/>
            <a:ahLst/>
            <a:cxnLst/>
            <a:rect l="l" t="t" r="r" b="b"/>
            <a:pathLst>
              <a:path w="5174922" h="5172766">
                <a:moveTo>
                  <a:pt x="0" y="0"/>
                </a:moveTo>
                <a:lnTo>
                  <a:pt x="5174923" y="0"/>
                </a:lnTo>
                <a:lnTo>
                  <a:pt x="5174923" y="5172766"/>
                </a:lnTo>
                <a:lnTo>
                  <a:pt x="0" y="5172766"/>
                </a:lnTo>
                <a:lnTo>
                  <a:pt x="0" y="0"/>
                </a:lnTo>
                <a:close/>
              </a:path>
            </a:pathLst>
          </a:custGeom>
          <a:blipFill>
            <a:blip r:embed="rId5"/>
            <a:stretch>
              <a:fillRect/>
            </a:stretch>
          </a:blipFill>
        </p:spPr>
      </p:sp>
      <p:sp>
        <p:nvSpPr>
          <p:cNvPr id="5" name="Freeform 5"/>
          <p:cNvSpPr/>
          <p:nvPr/>
        </p:nvSpPr>
        <p:spPr>
          <a:xfrm>
            <a:off x="7239000" y="3505199"/>
            <a:ext cx="3289182" cy="3259163"/>
          </a:xfrm>
          <a:custGeom>
            <a:avLst/>
            <a:gdLst/>
            <a:ahLst/>
            <a:cxnLst/>
            <a:rect l="l" t="t" r="r" b="b"/>
            <a:pathLst>
              <a:path w="6733446" h="7030847">
                <a:moveTo>
                  <a:pt x="0" y="0"/>
                </a:moveTo>
                <a:lnTo>
                  <a:pt x="6733447" y="0"/>
                </a:lnTo>
                <a:lnTo>
                  <a:pt x="6733447" y="7030846"/>
                </a:lnTo>
                <a:lnTo>
                  <a:pt x="0" y="7030846"/>
                </a:lnTo>
                <a:lnTo>
                  <a:pt x="0" y="0"/>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6" name="Freeform 6"/>
          <p:cNvSpPr/>
          <p:nvPr/>
        </p:nvSpPr>
        <p:spPr>
          <a:xfrm>
            <a:off x="7467600" y="78409"/>
            <a:ext cx="2561161" cy="2443615"/>
          </a:xfrm>
          <a:custGeom>
            <a:avLst/>
            <a:gdLst/>
            <a:ahLst/>
            <a:cxnLst/>
            <a:rect l="l" t="t" r="r" b="b"/>
            <a:pathLst>
              <a:path w="5174922" h="5172766">
                <a:moveTo>
                  <a:pt x="0" y="0"/>
                </a:moveTo>
                <a:lnTo>
                  <a:pt x="5174922" y="0"/>
                </a:lnTo>
                <a:lnTo>
                  <a:pt x="5174922" y="5172766"/>
                </a:lnTo>
                <a:lnTo>
                  <a:pt x="0" y="5172766"/>
                </a:lnTo>
                <a:lnTo>
                  <a:pt x="0" y="0"/>
                </a:lnTo>
                <a:close/>
              </a:path>
            </a:pathLst>
          </a:custGeom>
          <a:blipFill>
            <a:blip r:embed="rId5"/>
            <a:stretch>
              <a:fillRect/>
            </a:stretch>
          </a:blipFill>
        </p:spPr>
      </p:sp>
      <p:sp>
        <p:nvSpPr>
          <p:cNvPr id="7" name="Freeform 7"/>
          <p:cNvSpPr/>
          <p:nvPr/>
        </p:nvSpPr>
        <p:spPr>
          <a:xfrm>
            <a:off x="3150356" y="-87713"/>
            <a:ext cx="2210098" cy="2057400"/>
          </a:xfrm>
          <a:custGeom>
            <a:avLst/>
            <a:gdLst/>
            <a:ahLst/>
            <a:cxnLst/>
            <a:rect l="l" t="t" r="r" b="b"/>
            <a:pathLst>
              <a:path w="4420195" h="4114800">
                <a:moveTo>
                  <a:pt x="0" y="0"/>
                </a:moveTo>
                <a:lnTo>
                  <a:pt x="4420195" y="0"/>
                </a:lnTo>
                <a:lnTo>
                  <a:pt x="4420195" y="4114800"/>
                </a:lnTo>
                <a:lnTo>
                  <a:pt x="0" y="4114800"/>
                </a:lnTo>
                <a:lnTo>
                  <a:pt x="0" y="0"/>
                </a:lnTo>
                <a:close/>
              </a:path>
            </a:pathLst>
          </a:custGeom>
          <a:blipFill>
            <a:blip r:embed="rId8">
              <a:alphaModFix amt="46000"/>
              <a:extLst>
                <a:ext uri="{96DAC541-7B7A-43D3-8B79-37D633B846F1}">
                  <asvg:svgBlip xmlns="" xmlns:asvg="http://schemas.microsoft.com/office/drawing/2016/SVG/main" r:embed="rId9"/>
                </a:ext>
              </a:extLst>
            </a:blip>
            <a:stretch>
              <a:fillRect/>
            </a:stretch>
          </a:blipFill>
        </p:spPr>
      </p:sp>
      <p:sp>
        <p:nvSpPr>
          <p:cNvPr id="8" name="Freeform 8"/>
          <p:cNvSpPr/>
          <p:nvPr/>
        </p:nvSpPr>
        <p:spPr>
          <a:xfrm rot="-10321493">
            <a:off x="3150356" y="5033314"/>
            <a:ext cx="2210098" cy="2057400"/>
          </a:xfrm>
          <a:custGeom>
            <a:avLst/>
            <a:gdLst/>
            <a:ahLst/>
            <a:cxnLst/>
            <a:rect l="l" t="t" r="r" b="b"/>
            <a:pathLst>
              <a:path w="4420195" h="4114800">
                <a:moveTo>
                  <a:pt x="0" y="0"/>
                </a:moveTo>
                <a:lnTo>
                  <a:pt x="4420195" y="0"/>
                </a:lnTo>
                <a:lnTo>
                  <a:pt x="4420195" y="4114800"/>
                </a:lnTo>
                <a:lnTo>
                  <a:pt x="0" y="4114800"/>
                </a:lnTo>
                <a:lnTo>
                  <a:pt x="0" y="0"/>
                </a:lnTo>
                <a:close/>
              </a:path>
            </a:pathLst>
          </a:custGeom>
          <a:blipFill>
            <a:blip r:embed="rId8">
              <a:alphaModFix amt="46000"/>
              <a:extLst>
                <a:ext uri="{96DAC541-7B7A-43D3-8B79-37D633B846F1}">
                  <asvg:svgBlip xmlns="" xmlns:asvg="http://schemas.microsoft.com/office/drawing/2016/SVG/main" r:embed="rId9"/>
                </a:ext>
              </a:extLst>
            </a:blip>
            <a:stretch>
              <a:fillRect/>
            </a:stretch>
          </a:blipFill>
        </p:spPr>
      </p:sp>
      <p:sp>
        <p:nvSpPr>
          <p:cNvPr id="10" name="Title 4"/>
          <p:cNvSpPr>
            <a:spLocks noGrp="1"/>
          </p:cNvSpPr>
          <p:nvPr/>
        </p:nvSpPr>
        <p:spPr>
          <a:xfrm>
            <a:off x="140605" y="2967992"/>
            <a:ext cx="8229600" cy="686117"/>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4000" b="1" smtClean="0">
                <a:latin typeface="Arial" panose="020B0604020202020204" pitchFamily="34" charset="0"/>
                <a:cs typeface="Arial" panose="020B0604020202020204" pitchFamily="34" charset="0"/>
              </a:rPr>
              <a:t>CÁM ƠN THẦY, CÔ ĐÃ CHÚ Ý LẮNG NGHE</a:t>
            </a:r>
            <a:endParaRPr lang="en-US" dirty="0"/>
          </a:p>
        </p:txBody>
      </p:sp>
    </p:spTree>
    <p:extLst>
      <p:ext uri="{BB962C8B-B14F-4D97-AF65-F5344CB8AC3E}">
        <p14:creationId xmlns:p14="http://schemas.microsoft.com/office/powerpoint/2010/main" val="16545107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pic>
        <p:nvPicPr>
          <p:cNvPr id="13" name="Picture 2" descr="D:\logo-tro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938" y="115888"/>
            <a:ext cx="1773237" cy="177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13"/>
          <p:cNvSpPr/>
          <p:nvPr/>
        </p:nvSpPr>
        <p:spPr>
          <a:xfrm>
            <a:off x="1895582" y="609600"/>
            <a:ext cx="7239000" cy="584775"/>
          </a:xfrm>
          <a:prstGeom prst="rect">
            <a:avLst/>
          </a:prstGeom>
        </p:spPr>
        <p:txBody>
          <a:bodyPr wrap="square">
            <a:spAutoFit/>
          </a:bodyPr>
          <a:lstStyle/>
          <a:p>
            <a:pPr algn="ctr">
              <a:defRPr/>
            </a:pPr>
            <a:r>
              <a:rPr lang="en-US" sz="3200" b="1" smtClean="0">
                <a:ln w="12700">
                  <a:solidFill>
                    <a:schemeClr val="tx1"/>
                  </a:solidFill>
                  <a:prstDash val="solid"/>
                </a:ln>
                <a:effectLst>
                  <a:outerShdw blurRad="41275" dist="20320" dir="1800000" algn="tl" rotWithShape="0">
                    <a:srgbClr val="000000">
                      <a:alpha val="40000"/>
                    </a:srgbClr>
                  </a:outerShdw>
                </a:effectLst>
                <a:latin typeface="Arial" panose="020B0604020202020204" pitchFamily="34" charset="0"/>
                <a:cs typeface="Arial" panose="020B0604020202020204" pitchFamily="34" charset="0"/>
              </a:rPr>
              <a:t>TRƯỜNG </a:t>
            </a:r>
            <a:r>
              <a:rPr lang="en-US" sz="3200" b="1">
                <a:ln w="12700">
                  <a:solidFill>
                    <a:schemeClr val="tx1"/>
                  </a:solidFill>
                  <a:prstDash val="solid"/>
                </a:ln>
                <a:effectLst>
                  <a:outerShdw blurRad="41275" dist="20320" dir="1800000" algn="tl" rotWithShape="0">
                    <a:srgbClr val="000000">
                      <a:alpha val="40000"/>
                    </a:srgbClr>
                  </a:outerShdw>
                </a:effectLst>
                <a:latin typeface="Arial" panose="020B0604020202020204" pitchFamily="34" charset="0"/>
                <a:cs typeface="Arial" panose="020B0604020202020204" pitchFamily="34" charset="0"/>
              </a:rPr>
              <a:t>KỸ THUẬT &amp; CÔNG NGHỆ</a:t>
            </a:r>
            <a:endParaRPr lang="en-US" sz="3200" b="1" dirty="0">
              <a:ln w="12700">
                <a:solidFill>
                  <a:schemeClr val="tx1"/>
                </a:solidFill>
                <a:prstDash val="solid"/>
              </a:ln>
              <a:effectLst>
                <a:outerShdw blurRad="41275" dist="20320" dir="1800000" algn="tl" rotWithShape="0">
                  <a:srgbClr val="000000">
                    <a:alpha val="40000"/>
                  </a:srgbClr>
                </a:outerShdw>
              </a:effectLst>
              <a:latin typeface="Arial" panose="020B0604020202020204" pitchFamily="34" charset="0"/>
              <a:cs typeface="Arial" panose="020B0604020202020204" pitchFamily="34" charset="0"/>
            </a:endParaRPr>
          </a:p>
        </p:txBody>
      </p:sp>
      <p:sp>
        <p:nvSpPr>
          <p:cNvPr id="15" name="Rectangle 14"/>
          <p:cNvSpPr/>
          <p:nvPr/>
        </p:nvSpPr>
        <p:spPr>
          <a:xfrm>
            <a:off x="-75961" y="1986677"/>
            <a:ext cx="9296400" cy="2585323"/>
          </a:xfrm>
          <a:prstGeom prst="rect">
            <a:avLst/>
          </a:prstGeom>
        </p:spPr>
        <p:txBody>
          <a:bodyPr wrap="square">
            <a:spAutoFit/>
          </a:bodyPr>
          <a:lstStyle/>
          <a:p>
            <a:pPr algn="ctr">
              <a:lnSpc>
                <a:spcPct val="150000"/>
              </a:lnSpc>
              <a:spcBef>
                <a:spcPct val="0"/>
              </a:spcBef>
            </a:pPr>
            <a:r>
              <a:rPr lang="en-US" sz="3600" b="1">
                <a:solidFill>
                  <a:srgbClr val="000000"/>
                </a:solidFill>
                <a:latin typeface="Arial" panose="020B0604020202020204" pitchFamily="34" charset="0"/>
                <a:ea typeface="Red Hat Display Bold"/>
                <a:cs typeface="Arial" panose="020B0604020202020204" pitchFamily="34" charset="0"/>
                <a:sym typeface="Red Hat Display Bold"/>
              </a:rPr>
              <a:t>THIẾT KẾ WEBSITE </a:t>
            </a:r>
          </a:p>
          <a:p>
            <a:pPr algn="ctr">
              <a:lnSpc>
                <a:spcPct val="150000"/>
              </a:lnSpc>
              <a:spcBef>
                <a:spcPct val="0"/>
              </a:spcBef>
            </a:pPr>
            <a:r>
              <a:rPr lang="en-US" sz="3600" b="1">
                <a:solidFill>
                  <a:srgbClr val="000000"/>
                </a:solidFill>
                <a:latin typeface="Arial" panose="020B0604020202020204" pitchFamily="34" charset="0"/>
                <a:ea typeface="Red Hat Display Bold"/>
                <a:cs typeface="Arial" panose="020B0604020202020204" pitchFamily="34" charset="0"/>
                <a:sym typeface="Red Hat Display Bold"/>
              </a:rPr>
              <a:t>QUẢN LÝ THƯ VIỆN – TRƯỜNG ĐẠI HỌC TRÀ VINH</a:t>
            </a:r>
          </a:p>
        </p:txBody>
      </p:sp>
      <p:sp>
        <p:nvSpPr>
          <p:cNvPr id="16" name="TextBox 15">
            <a:extLst>
              <a:ext uri="{FF2B5EF4-FFF2-40B4-BE49-F238E27FC236}">
                <a16:creationId xmlns:a16="http://schemas.microsoft.com/office/drawing/2014/main" xmlns="" id="{DF6A0A79-ED68-B4C4-0053-23441154D8A6}"/>
              </a:ext>
            </a:extLst>
          </p:cNvPr>
          <p:cNvSpPr txBox="1">
            <a:spLocks noChangeArrowheads="1"/>
          </p:cNvSpPr>
          <p:nvPr/>
        </p:nvSpPr>
        <p:spPr bwMode="auto">
          <a:xfrm>
            <a:off x="381000" y="4829450"/>
            <a:ext cx="6553200" cy="129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 typeface="Arial" panose="020B0604020202020204" pitchFamily="34" charset="0"/>
              <a:buNone/>
            </a:pPr>
            <a:endParaRPr lang="en-GB" altLang="en-US" sz="2600" dirty="0">
              <a:solidFill>
                <a:prstClr val="black"/>
              </a:solidFill>
              <a:latin typeface="Times New Roman" panose="02020603050405020304" pitchFamily="18" charset="0"/>
              <a:cs typeface="Times New Roman" panose="02020603050405020304" pitchFamily="18" charset="0"/>
              <a:sym typeface="+mn-ea"/>
            </a:endParaRPr>
          </a:p>
          <a:p>
            <a:pPr>
              <a:spcBef>
                <a:spcPct val="0"/>
              </a:spcBef>
              <a:buFont typeface="Arial" panose="020B0604020202020204" pitchFamily="34" charset="0"/>
              <a:buNone/>
            </a:pPr>
            <a:r>
              <a:rPr lang="en-GB" altLang="en-US" sz="2600" b="1" smtClean="0">
                <a:solidFill>
                  <a:prstClr val="black"/>
                </a:solidFill>
                <a:latin typeface="Arial" panose="020B0604020202020204" pitchFamily="34" charset="0"/>
                <a:cs typeface="Arial" panose="020B0604020202020204" pitchFamily="34" charset="0"/>
                <a:sym typeface="+mn-ea"/>
              </a:rPr>
              <a:t>GVHD</a:t>
            </a:r>
            <a:r>
              <a:rPr lang="en-GB" altLang="en-US" sz="2600" smtClean="0">
                <a:solidFill>
                  <a:prstClr val="black"/>
                </a:solidFill>
                <a:latin typeface="Arial" panose="020B0604020202020204" pitchFamily="34" charset="0"/>
                <a:cs typeface="Arial" panose="020B0604020202020204" pitchFamily="34" charset="0"/>
                <a:sym typeface="+mn-ea"/>
              </a:rPr>
              <a:t>: TS.ĐOÀN PHƯỚC MIỀN</a:t>
            </a:r>
            <a:endParaRPr lang="en-GB" altLang="en-US" sz="2600" dirty="0">
              <a:solidFill>
                <a:prstClr val="black"/>
              </a:solidFill>
              <a:latin typeface="Arial" panose="020B0604020202020204" pitchFamily="34" charset="0"/>
              <a:cs typeface="Arial" panose="020B0604020202020204" pitchFamily="34" charset="0"/>
              <a:sym typeface="+mn-ea"/>
            </a:endParaRPr>
          </a:p>
          <a:p>
            <a:pPr>
              <a:spcBef>
                <a:spcPct val="0"/>
              </a:spcBef>
              <a:buFont typeface="Arial" panose="020B0604020202020204" pitchFamily="34" charset="0"/>
              <a:buNone/>
            </a:pPr>
            <a:r>
              <a:rPr lang="en-GB" altLang="en-US" sz="2600" b="1">
                <a:solidFill>
                  <a:prstClr val="black"/>
                </a:solidFill>
                <a:latin typeface="Arial" panose="020B0604020202020204" pitchFamily="34" charset="0"/>
                <a:cs typeface="Arial" panose="020B0604020202020204" pitchFamily="34" charset="0"/>
                <a:sym typeface="+mn-ea"/>
              </a:rPr>
              <a:t>SVTH</a:t>
            </a:r>
            <a:r>
              <a:rPr lang="en-GB" altLang="en-US" sz="2600" smtClean="0">
                <a:solidFill>
                  <a:prstClr val="black"/>
                </a:solidFill>
                <a:latin typeface="Arial" panose="020B0604020202020204" pitchFamily="34" charset="0"/>
                <a:cs typeface="Arial" panose="020B0604020202020204" pitchFamily="34" charset="0"/>
                <a:sym typeface="+mn-ea"/>
              </a:rPr>
              <a:t>: THẠCH NGUYỄN QUẾ ANH</a:t>
            </a:r>
            <a:endParaRPr lang="en-GB" altLang="en-US" sz="2600" dirty="0">
              <a:solidFill>
                <a:prstClr val="black"/>
              </a:solidFill>
              <a:latin typeface="Arial" panose="020B0604020202020204" pitchFamily="34" charset="0"/>
              <a:cs typeface="Arial" panose="020B0604020202020204" pitchFamily="34" charset="0"/>
              <a:sym typeface="+mn-ea"/>
            </a:endParaRPr>
          </a:p>
        </p:txBody>
      </p:sp>
    </p:spTree>
    <p:extLst>
      <p:ext uri="{BB962C8B-B14F-4D97-AF65-F5344CB8AC3E}">
        <p14:creationId xmlns:p14="http://schemas.microsoft.com/office/powerpoint/2010/main" val="2389987646"/>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5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6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Trek</Template>
  <TotalTime>380</TotalTime>
  <Words>850</Words>
  <Application>Microsoft Office PowerPoint</Application>
  <PresentationFormat>On-screen Show (4:3)</PresentationFormat>
  <Paragraphs>139</Paragraphs>
  <Slides>20</Slides>
  <Notes>19</Notes>
  <HiddenSlides>0</HiddenSlides>
  <MMClips>0</MMClips>
  <ScaleCrop>false</ScaleCrop>
  <HeadingPairs>
    <vt:vector size="6" baseType="variant">
      <vt:variant>
        <vt:lpstr>Fonts Used</vt:lpstr>
      </vt:variant>
      <vt:variant>
        <vt:i4>8</vt:i4>
      </vt:variant>
      <vt:variant>
        <vt:lpstr>Theme</vt:lpstr>
      </vt:variant>
      <vt:variant>
        <vt:i4>6</vt:i4>
      </vt:variant>
      <vt:variant>
        <vt:lpstr>Slide Titles</vt:lpstr>
      </vt:variant>
      <vt:variant>
        <vt:i4>20</vt:i4>
      </vt:variant>
    </vt:vector>
  </HeadingPairs>
  <TitlesOfParts>
    <vt:vector size="34" baseType="lpstr">
      <vt:lpstr>Arial</vt:lpstr>
      <vt:lpstr>Calibri</vt:lpstr>
      <vt:lpstr>Inter</vt:lpstr>
      <vt:lpstr>Inter Bold</vt:lpstr>
      <vt:lpstr>Inter Italics</vt:lpstr>
      <vt:lpstr>Inter Medium</vt:lpstr>
      <vt:lpstr>Red Hat Display Bold</vt:lpstr>
      <vt:lpstr>Times New Roman</vt:lpstr>
      <vt:lpstr>1_Office Theme</vt:lpstr>
      <vt:lpstr>2_Office Theme</vt:lpstr>
      <vt:lpstr>3_Office Theme</vt:lpstr>
      <vt:lpstr>4_Office Theme</vt:lpstr>
      <vt:lpstr>5_Office Theme</vt:lpstr>
      <vt:lpstr>6_Office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ASUS</dc:creator>
  <cp:lastModifiedBy>Microsoft account</cp:lastModifiedBy>
  <cp:revision>105</cp:revision>
  <dcterms:created xsi:type="dcterms:W3CDTF">2019-06-04T08:43:00Z</dcterms:created>
  <dcterms:modified xsi:type="dcterms:W3CDTF">2026-01-04T14:37:23Z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2B3E2FAEFFDD4F959729239865938036</vt:lpwstr>
  </property>
  <property fmtid="{D5CDD505-2E9C-101B-9397-08002B2CF9AE}" pid="3" name="KSOProductBuildVer">
    <vt:lpwstr>1033-11.2.0.10426</vt:lpwstr>
  </property>
</Properties>
</file>