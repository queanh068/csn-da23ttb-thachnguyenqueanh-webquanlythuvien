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4.xml" ContentType="application/vnd.openxmlformats-officedocument.theme+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5.xml" ContentType="application/vnd.openxmlformats-officedocument.theme+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60" r:id="rId1"/>
    <p:sldMasterId id="2147483672" r:id="rId2"/>
    <p:sldMasterId id="2147483684" r:id="rId3"/>
    <p:sldMasterId id="2147483696" r:id="rId4"/>
    <p:sldMasterId id="2147483708" r:id="rId5"/>
    <p:sldMasterId id="2147483720" r:id="rId6"/>
  </p:sldMasterIdLst>
  <p:notesMasterIdLst>
    <p:notesMasterId r:id="rId22"/>
  </p:notesMasterIdLst>
  <p:sldIdLst>
    <p:sldId id="293" r:id="rId7"/>
    <p:sldId id="294" r:id="rId8"/>
    <p:sldId id="295" r:id="rId9"/>
    <p:sldId id="296" r:id="rId10"/>
    <p:sldId id="297" r:id="rId11"/>
    <p:sldId id="313" r:id="rId12"/>
    <p:sldId id="303" r:id="rId13"/>
    <p:sldId id="298" r:id="rId14"/>
    <p:sldId id="300" r:id="rId15"/>
    <p:sldId id="302" r:id="rId16"/>
    <p:sldId id="304" r:id="rId17"/>
    <p:sldId id="305" r:id="rId18"/>
    <p:sldId id="310" r:id="rId19"/>
    <p:sldId id="311" r:id="rId20"/>
    <p:sldId id="312" r:id="rId21"/>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62">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091" autoAdjust="0"/>
  </p:normalViewPr>
  <p:slideViewPr>
    <p:cSldViewPr>
      <p:cViewPr varScale="1">
        <p:scale>
          <a:sx n="62" d="100"/>
          <a:sy n="62" d="100"/>
        </p:scale>
        <p:origin x="1400" y="28"/>
      </p:cViewPr>
      <p:guideLst>
        <p:guide orient="horz" pos="2160"/>
        <p:guide pos="2862"/>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tableStyles" Target="tableStyles.xml"/><Relationship Id="rId3" Type="http://schemas.openxmlformats.org/officeDocument/2006/relationships/slideMaster" Target="slideMasters/slideMaster3.xml"/><Relationship Id="rId21" Type="http://schemas.openxmlformats.org/officeDocument/2006/relationships/slide" Target="slides/slide15.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0.xml"/><Relationship Id="rId20" Type="http://schemas.openxmlformats.org/officeDocument/2006/relationships/slide" Target="slides/slide14.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5.xml"/><Relationship Id="rId24"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9.xml"/><Relationship Id="rId23" Type="http://schemas.openxmlformats.org/officeDocument/2006/relationships/presProps" Target="presProp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1B5D7CA-E212-49F7-9004-009BDCA12D2C}" type="datetimeFigureOut">
              <a:rPr lang="en-US" smtClean="0"/>
              <a:t>1/9/2026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3A5B8022-BBF7-42E3-AD25-B75D43A23F39}" type="slidenum">
              <a:rPr lang="en-US" smtClean="0"/>
              <a:t>‹#›</a:t>
            </a:fld>
            <a:endParaRPr lang="en-US"/>
          </a:p>
        </p:txBody>
      </p:sp>
    </p:spTree>
    <p:extLst>
      <p:ext uri="{BB962C8B-B14F-4D97-AF65-F5344CB8AC3E}">
        <p14:creationId xmlns:p14="http://schemas.microsoft.com/office/powerpoint/2010/main" val="27708737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3A5B8022-BBF7-42E3-AD25-B75D43A23F39}" type="slidenum">
              <a:rPr lang="en-US" smtClean="0"/>
              <a:t>1</a:t>
            </a:fld>
            <a:endParaRPr lang="en-US"/>
          </a:p>
        </p:txBody>
      </p:sp>
    </p:spTree>
    <p:extLst>
      <p:ext uri="{BB962C8B-B14F-4D97-AF65-F5344CB8AC3E}">
        <p14:creationId xmlns:p14="http://schemas.microsoft.com/office/powerpoint/2010/main" val="11295758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3A5B8022-BBF7-42E3-AD25-B75D43A23F39}" type="slidenum">
              <a:rPr lang="en-US" smtClean="0"/>
              <a:t>2</a:t>
            </a:fld>
            <a:endParaRPr lang="en-US"/>
          </a:p>
        </p:txBody>
      </p:sp>
    </p:spTree>
    <p:extLst>
      <p:ext uri="{BB962C8B-B14F-4D97-AF65-F5344CB8AC3E}">
        <p14:creationId xmlns:p14="http://schemas.microsoft.com/office/powerpoint/2010/main" val="8639925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3A5B8022-BBF7-42E3-AD25-B75D43A23F39}" type="slidenum">
              <a:rPr lang="en-US" smtClean="0"/>
              <a:t>3</a:t>
            </a:fld>
            <a:endParaRPr lang="en-US"/>
          </a:p>
        </p:txBody>
      </p:sp>
    </p:spTree>
    <p:extLst>
      <p:ext uri="{BB962C8B-B14F-4D97-AF65-F5344CB8AC3E}">
        <p14:creationId xmlns:p14="http://schemas.microsoft.com/office/powerpoint/2010/main" val="11605398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3A5B8022-BBF7-42E3-AD25-B75D43A23F39}" type="slidenum">
              <a:rPr lang="en-US" smtClean="0"/>
              <a:t>4</a:t>
            </a:fld>
            <a:endParaRPr lang="en-US"/>
          </a:p>
        </p:txBody>
      </p:sp>
    </p:spTree>
    <p:extLst>
      <p:ext uri="{BB962C8B-B14F-4D97-AF65-F5344CB8AC3E}">
        <p14:creationId xmlns:p14="http://schemas.microsoft.com/office/powerpoint/2010/main" val="31998805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3A5B8022-BBF7-42E3-AD25-B75D43A23F39}" type="slidenum">
              <a:rPr lang="en-US" smtClean="0"/>
              <a:t>5</a:t>
            </a:fld>
            <a:endParaRPr lang="en-US"/>
          </a:p>
        </p:txBody>
      </p:sp>
    </p:spTree>
    <p:extLst>
      <p:ext uri="{BB962C8B-B14F-4D97-AF65-F5344CB8AC3E}">
        <p14:creationId xmlns:p14="http://schemas.microsoft.com/office/powerpoint/2010/main" val="7713197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3A5B8022-BBF7-42E3-AD25-B75D43A23F39}" type="slidenum">
              <a:rPr lang="en-US" smtClean="0"/>
              <a:t>6</a:t>
            </a:fld>
            <a:endParaRPr lang="en-US"/>
          </a:p>
        </p:txBody>
      </p:sp>
    </p:spTree>
    <p:extLst>
      <p:ext uri="{BB962C8B-B14F-4D97-AF65-F5344CB8AC3E}">
        <p14:creationId xmlns:p14="http://schemas.microsoft.com/office/powerpoint/2010/main" val="41678755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3A5B8022-BBF7-42E3-AD25-B75D43A23F39}" type="slidenum">
              <a:rPr lang="en-US" smtClean="0"/>
              <a:t>7</a:t>
            </a:fld>
            <a:endParaRPr lang="en-US"/>
          </a:p>
        </p:txBody>
      </p:sp>
    </p:spTree>
    <p:extLst>
      <p:ext uri="{BB962C8B-B14F-4D97-AF65-F5344CB8AC3E}">
        <p14:creationId xmlns:p14="http://schemas.microsoft.com/office/powerpoint/2010/main" val="40404200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3A5B8022-BBF7-42E3-AD25-B75D43A23F39}" type="slidenum">
              <a:rPr lang="en-US" smtClean="0"/>
              <a:t>8</a:t>
            </a:fld>
            <a:endParaRPr lang="en-US"/>
          </a:p>
        </p:txBody>
      </p:sp>
    </p:spTree>
    <p:extLst>
      <p:ext uri="{BB962C8B-B14F-4D97-AF65-F5344CB8AC3E}">
        <p14:creationId xmlns:p14="http://schemas.microsoft.com/office/powerpoint/2010/main" val="999029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3A5B8022-BBF7-42E3-AD25-B75D43A23F39}" type="slidenum">
              <a:rPr lang="en-US" smtClean="0"/>
              <a:t>9</a:t>
            </a:fld>
            <a:endParaRPr lang="en-US"/>
          </a:p>
        </p:txBody>
      </p:sp>
    </p:spTree>
    <p:extLst>
      <p:ext uri="{BB962C8B-B14F-4D97-AF65-F5344CB8AC3E}">
        <p14:creationId xmlns:p14="http://schemas.microsoft.com/office/powerpoint/2010/main" val="21562912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3A5B8022-BBF7-42E3-AD25-B75D43A23F39}" type="slidenum">
              <a:rPr lang="en-US" smtClean="0"/>
              <a:t>10</a:t>
            </a:fld>
            <a:endParaRPr lang="en-US"/>
          </a:p>
        </p:txBody>
      </p:sp>
    </p:spTree>
    <p:extLst>
      <p:ext uri="{BB962C8B-B14F-4D97-AF65-F5344CB8AC3E}">
        <p14:creationId xmlns:p14="http://schemas.microsoft.com/office/powerpoint/2010/main" val="23851241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3A5B8022-BBF7-42E3-AD25-B75D43A23F39}" type="slidenum">
              <a:rPr lang="en-US" smtClean="0"/>
              <a:t>11</a:t>
            </a:fld>
            <a:endParaRPr lang="en-US"/>
          </a:p>
        </p:txBody>
      </p:sp>
    </p:spTree>
    <p:extLst>
      <p:ext uri="{BB962C8B-B14F-4D97-AF65-F5344CB8AC3E}">
        <p14:creationId xmlns:p14="http://schemas.microsoft.com/office/powerpoint/2010/main" val="102072324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3A5B8022-BBF7-42E3-AD25-B75D43A23F39}" type="slidenum">
              <a:rPr lang="en-US" smtClean="0"/>
              <a:t>12</a:t>
            </a:fld>
            <a:endParaRPr lang="en-US"/>
          </a:p>
        </p:txBody>
      </p:sp>
    </p:spTree>
    <p:extLst>
      <p:ext uri="{BB962C8B-B14F-4D97-AF65-F5344CB8AC3E}">
        <p14:creationId xmlns:p14="http://schemas.microsoft.com/office/powerpoint/2010/main" val="147418768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3A5B8022-BBF7-42E3-AD25-B75D43A23F39}" type="slidenum">
              <a:rPr lang="en-US" smtClean="0"/>
              <a:t>14</a:t>
            </a:fld>
            <a:endParaRPr lang="en-US"/>
          </a:p>
        </p:txBody>
      </p:sp>
    </p:spTree>
    <p:extLst>
      <p:ext uri="{BB962C8B-B14F-4D97-AF65-F5344CB8AC3E}">
        <p14:creationId xmlns:p14="http://schemas.microsoft.com/office/powerpoint/2010/main" val="21194297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3A5B8022-BBF7-42E3-AD25-B75D43A23F39}" type="slidenum">
              <a:rPr lang="en-US" smtClean="0"/>
              <a:t>15</a:t>
            </a:fld>
            <a:endParaRPr lang="en-US"/>
          </a:p>
        </p:txBody>
      </p:sp>
    </p:spTree>
    <p:extLst>
      <p:ext uri="{BB962C8B-B14F-4D97-AF65-F5344CB8AC3E}">
        <p14:creationId xmlns:p14="http://schemas.microsoft.com/office/powerpoint/2010/main" val="37542157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42900" y="1420283"/>
            <a:ext cx="3886200" cy="980017"/>
          </a:xfrm>
        </p:spPr>
        <p:txBody>
          <a:bodyPr/>
          <a:lstStyle/>
          <a:p>
            <a:r>
              <a:rPr lang="en-US" smtClean="0"/>
              <a:t>Click to edit Master title style</a:t>
            </a:r>
            <a:endParaRPr lang="en-US"/>
          </a:p>
        </p:txBody>
      </p:sp>
      <p:sp>
        <p:nvSpPr>
          <p:cNvPr id="3" name="Subtitle 2"/>
          <p:cNvSpPr>
            <a:spLocks noGrp="1"/>
          </p:cNvSpPr>
          <p:nvPr>
            <p:ph type="subTitle" idx="1"/>
          </p:nvPr>
        </p:nvSpPr>
        <p:spPr>
          <a:xfrm>
            <a:off x="685800" y="2590800"/>
            <a:ext cx="3200400" cy="1168400"/>
          </a:xfrm>
        </p:spPr>
        <p:txBody>
          <a:bodyPr/>
          <a:lstStyle>
            <a:lvl1pPr marL="0" indent="0" algn="ctr">
              <a:buNone/>
              <a:defRPr>
                <a:solidFill>
                  <a:schemeClr val="tx1">
                    <a:tint val="75000"/>
                  </a:schemeClr>
                </a:solidFill>
              </a:defRPr>
            </a:lvl1pPr>
            <a:lvl2pPr marL="228600" indent="0" algn="ctr">
              <a:buNone/>
              <a:defRPr>
                <a:solidFill>
                  <a:schemeClr val="tx1">
                    <a:tint val="75000"/>
                  </a:schemeClr>
                </a:solidFill>
              </a:defRPr>
            </a:lvl2pPr>
            <a:lvl3pPr marL="457200" indent="0" algn="ctr">
              <a:buNone/>
              <a:defRPr>
                <a:solidFill>
                  <a:schemeClr val="tx1">
                    <a:tint val="75000"/>
                  </a:schemeClr>
                </a:solidFill>
              </a:defRPr>
            </a:lvl3pPr>
            <a:lvl4pPr marL="685800" indent="0" algn="ctr">
              <a:buNone/>
              <a:defRPr>
                <a:solidFill>
                  <a:schemeClr val="tx1">
                    <a:tint val="75000"/>
                  </a:schemeClr>
                </a:solidFill>
              </a:defRPr>
            </a:lvl4pPr>
            <a:lvl5pPr marL="914400" indent="0" algn="ctr">
              <a:buNone/>
              <a:defRPr>
                <a:solidFill>
                  <a:schemeClr val="tx1">
                    <a:tint val="75000"/>
                  </a:schemeClr>
                </a:solidFill>
              </a:defRPr>
            </a:lvl5pPr>
            <a:lvl6pPr marL="1143000" indent="0" algn="ctr">
              <a:buNone/>
              <a:defRPr>
                <a:solidFill>
                  <a:schemeClr val="tx1">
                    <a:tint val="75000"/>
                  </a:schemeClr>
                </a:solidFill>
              </a:defRPr>
            </a:lvl6pPr>
            <a:lvl7pPr marL="1371600" indent="0" algn="ctr">
              <a:buNone/>
              <a:defRPr>
                <a:solidFill>
                  <a:schemeClr val="tx1">
                    <a:tint val="75000"/>
                  </a:schemeClr>
                </a:solidFill>
              </a:defRPr>
            </a:lvl7pPr>
            <a:lvl8pPr marL="1600200" indent="0" algn="ctr">
              <a:buNone/>
              <a:defRPr>
                <a:solidFill>
                  <a:schemeClr val="tx1">
                    <a:tint val="75000"/>
                  </a:schemeClr>
                </a:solidFill>
              </a:defRPr>
            </a:lvl8pPr>
            <a:lvl9pPr marL="18288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0852715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2994040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61157" y="2937934"/>
            <a:ext cx="3886200" cy="908050"/>
          </a:xfrm>
        </p:spPr>
        <p:txBody>
          <a:bodyPr anchor="t"/>
          <a:lstStyle>
            <a:lvl1pPr algn="l">
              <a:defRPr sz="2000" b="1" cap="all"/>
            </a:lvl1pPr>
          </a:lstStyle>
          <a:p>
            <a:r>
              <a:rPr lang="en-US" smtClean="0"/>
              <a:t>Click to edit Master title style</a:t>
            </a:r>
            <a:endParaRPr lang="en-US"/>
          </a:p>
        </p:txBody>
      </p:sp>
      <p:sp>
        <p:nvSpPr>
          <p:cNvPr id="3" name="Text Placeholder 2"/>
          <p:cNvSpPr>
            <a:spLocks noGrp="1"/>
          </p:cNvSpPr>
          <p:nvPr>
            <p:ph type="body" idx="1"/>
          </p:nvPr>
        </p:nvSpPr>
        <p:spPr>
          <a:xfrm>
            <a:off x="361157" y="1937809"/>
            <a:ext cx="3886200" cy="1000125"/>
          </a:xfrm>
        </p:spPr>
        <p:txBody>
          <a:bodyPr anchor="b"/>
          <a:lstStyle>
            <a:lvl1pPr marL="0" indent="0">
              <a:buNone/>
              <a:defRPr sz="1000">
                <a:solidFill>
                  <a:schemeClr val="tx1">
                    <a:tint val="75000"/>
                  </a:schemeClr>
                </a:solidFill>
              </a:defRPr>
            </a:lvl1pPr>
            <a:lvl2pPr marL="228600" indent="0">
              <a:buNone/>
              <a:defRPr sz="900">
                <a:solidFill>
                  <a:schemeClr val="tx1">
                    <a:tint val="75000"/>
                  </a:schemeClr>
                </a:solidFill>
              </a:defRPr>
            </a:lvl2pPr>
            <a:lvl3pPr marL="457200" indent="0">
              <a:buNone/>
              <a:defRPr sz="800">
                <a:solidFill>
                  <a:schemeClr val="tx1">
                    <a:tint val="75000"/>
                  </a:schemeClr>
                </a:solidFill>
              </a:defRPr>
            </a:lvl3pPr>
            <a:lvl4pPr marL="685800" indent="0">
              <a:buNone/>
              <a:defRPr sz="700">
                <a:solidFill>
                  <a:schemeClr val="tx1">
                    <a:tint val="75000"/>
                  </a:schemeClr>
                </a:solidFill>
              </a:defRPr>
            </a:lvl4pPr>
            <a:lvl5pPr marL="914400" indent="0">
              <a:buNone/>
              <a:defRPr sz="700">
                <a:solidFill>
                  <a:schemeClr val="tx1">
                    <a:tint val="75000"/>
                  </a:schemeClr>
                </a:solidFill>
              </a:defRPr>
            </a:lvl5pPr>
            <a:lvl6pPr marL="1143000" indent="0">
              <a:buNone/>
              <a:defRPr sz="700">
                <a:solidFill>
                  <a:schemeClr val="tx1">
                    <a:tint val="75000"/>
                  </a:schemeClr>
                </a:solidFill>
              </a:defRPr>
            </a:lvl6pPr>
            <a:lvl7pPr marL="1371600" indent="0">
              <a:buNone/>
              <a:defRPr sz="700">
                <a:solidFill>
                  <a:schemeClr val="tx1">
                    <a:tint val="75000"/>
                  </a:schemeClr>
                </a:solidFill>
              </a:defRPr>
            </a:lvl7pPr>
            <a:lvl8pPr marL="1600200" indent="0">
              <a:buNone/>
              <a:defRPr sz="700">
                <a:solidFill>
                  <a:schemeClr val="tx1">
                    <a:tint val="75000"/>
                  </a:schemeClr>
                </a:solidFill>
              </a:defRPr>
            </a:lvl8pPr>
            <a:lvl9pPr marL="1828800" indent="0">
              <a:buNone/>
              <a:defRPr sz="7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6440963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228600" y="1066800"/>
            <a:ext cx="2019300" cy="3017309"/>
          </a:xfrm>
        </p:spPr>
        <p:txBody>
          <a:bodyPr/>
          <a:lstStyle>
            <a:lvl1pPr>
              <a:defRPr sz="1400"/>
            </a:lvl1pPr>
            <a:lvl2pPr>
              <a:defRPr sz="1200"/>
            </a:lvl2pPr>
            <a:lvl3pPr>
              <a:defRPr sz="1000"/>
            </a:lvl3pPr>
            <a:lvl4pPr>
              <a:defRPr sz="900"/>
            </a:lvl4pPr>
            <a:lvl5pPr>
              <a:defRPr sz="900"/>
            </a:lvl5pPr>
            <a:lvl6pPr>
              <a:defRPr sz="900"/>
            </a:lvl6pPr>
            <a:lvl7pPr>
              <a:defRPr sz="900"/>
            </a:lvl7pPr>
            <a:lvl8pPr>
              <a:defRPr sz="900"/>
            </a:lvl8pPr>
            <a:lvl9pPr>
              <a:defRPr sz="9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2324100" y="1066800"/>
            <a:ext cx="2019300" cy="3017309"/>
          </a:xfrm>
        </p:spPr>
        <p:txBody>
          <a:bodyPr/>
          <a:lstStyle>
            <a:lvl1pPr>
              <a:defRPr sz="1400"/>
            </a:lvl1pPr>
            <a:lvl2pPr>
              <a:defRPr sz="1200"/>
            </a:lvl2pPr>
            <a:lvl3pPr>
              <a:defRPr sz="1000"/>
            </a:lvl3pPr>
            <a:lvl4pPr>
              <a:defRPr sz="900"/>
            </a:lvl4pPr>
            <a:lvl5pPr>
              <a:defRPr sz="900"/>
            </a:lvl5pPr>
            <a:lvl6pPr>
              <a:defRPr sz="900"/>
            </a:lvl6pPr>
            <a:lvl7pPr>
              <a:defRPr sz="900"/>
            </a:lvl7pPr>
            <a:lvl8pPr>
              <a:defRPr sz="900"/>
            </a:lvl8pPr>
            <a:lvl9pPr>
              <a:defRPr sz="9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6633234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228600" y="1023409"/>
            <a:ext cx="2020094" cy="426508"/>
          </a:xfrm>
        </p:spPr>
        <p:txBody>
          <a:bodyPr anchor="b"/>
          <a:lstStyle>
            <a:lvl1pPr marL="0" indent="0">
              <a:buNone/>
              <a:defRPr sz="1200" b="1"/>
            </a:lvl1pPr>
            <a:lvl2pPr marL="228600" indent="0">
              <a:buNone/>
              <a:defRPr sz="1000" b="1"/>
            </a:lvl2pPr>
            <a:lvl3pPr marL="457200" indent="0">
              <a:buNone/>
              <a:defRPr sz="900" b="1"/>
            </a:lvl3pPr>
            <a:lvl4pPr marL="685800" indent="0">
              <a:buNone/>
              <a:defRPr sz="800" b="1"/>
            </a:lvl4pPr>
            <a:lvl5pPr marL="914400" indent="0">
              <a:buNone/>
              <a:defRPr sz="800" b="1"/>
            </a:lvl5pPr>
            <a:lvl6pPr marL="1143000" indent="0">
              <a:buNone/>
              <a:defRPr sz="800" b="1"/>
            </a:lvl6pPr>
            <a:lvl7pPr marL="1371600" indent="0">
              <a:buNone/>
              <a:defRPr sz="800" b="1"/>
            </a:lvl7pPr>
            <a:lvl8pPr marL="1600200" indent="0">
              <a:buNone/>
              <a:defRPr sz="800" b="1"/>
            </a:lvl8pPr>
            <a:lvl9pPr marL="1828800" indent="0">
              <a:buNone/>
              <a:defRPr sz="800" b="1"/>
            </a:lvl9pPr>
          </a:lstStyle>
          <a:p>
            <a:pPr lvl="0"/>
            <a:r>
              <a:rPr lang="en-US" smtClean="0"/>
              <a:t>Click to edit Master text styles</a:t>
            </a:r>
          </a:p>
        </p:txBody>
      </p:sp>
      <p:sp>
        <p:nvSpPr>
          <p:cNvPr id="4" name="Content Placeholder 3"/>
          <p:cNvSpPr>
            <a:spLocks noGrp="1"/>
          </p:cNvSpPr>
          <p:nvPr>
            <p:ph sz="half" idx="2"/>
          </p:nvPr>
        </p:nvSpPr>
        <p:spPr>
          <a:xfrm>
            <a:off x="228600" y="1449917"/>
            <a:ext cx="2020094" cy="2634192"/>
          </a:xfrm>
        </p:spPr>
        <p:txBody>
          <a:bodyPr/>
          <a:lstStyle>
            <a:lvl1pPr>
              <a:defRPr sz="1200"/>
            </a:lvl1pPr>
            <a:lvl2pPr>
              <a:defRPr sz="1000"/>
            </a:lvl2pPr>
            <a:lvl3pPr>
              <a:defRPr sz="900"/>
            </a:lvl3pPr>
            <a:lvl4pPr>
              <a:defRPr sz="800"/>
            </a:lvl4pPr>
            <a:lvl5pPr>
              <a:defRPr sz="800"/>
            </a:lvl5pPr>
            <a:lvl6pPr>
              <a:defRPr sz="800"/>
            </a:lvl6pPr>
            <a:lvl7pPr>
              <a:defRPr sz="800"/>
            </a:lvl7pPr>
            <a:lvl8pPr>
              <a:defRPr sz="800"/>
            </a:lvl8pPr>
            <a:lvl9pPr>
              <a:defRPr sz="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2322513" y="1023409"/>
            <a:ext cx="2020888" cy="426508"/>
          </a:xfrm>
        </p:spPr>
        <p:txBody>
          <a:bodyPr anchor="b"/>
          <a:lstStyle>
            <a:lvl1pPr marL="0" indent="0">
              <a:buNone/>
              <a:defRPr sz="1200" b="1"/>
            </a:lvl1pPr>
            <a:lvl2pPr marL="228600" indent="0">
              <a:buNone/>
              <a:defRPr sz="1000" b="1"/>
            </a:lvl2pPr>
            <a:lvl3pPr marL="457200" indent="0">
              <a:buNone/>
              <a:defRPr sz="900" b="1"/>
            </a:lvl3pPr>
            <a:lvl4pPr marL="685800" indent="0">
              <a:buNone/>
              <a:defRPr sz="800" b="1"/>
            </a:lvl4pPr>
            <a:lvl5pPr marL="914400" indent="0">
              <a:buNone/>
              <a:defRPr sz="800" b="1"/>
            </a:lvl5pPr>
            <a:lvl6pPr marL="1143000" indent="0">
              <a:buNone/>
              <a:defRPr sz="800" b="1"/>
            </a:lvl6pPr>
            <a:lvl7pPr marL="1371600" indent="0">
              <a:buNone/>
              <a:defRPr sz="800" b="1"/>
            </a:lvl7pPr>
            <a:lvl8pPr marL="1600200" indent="0">
              <a:buNone/>
              <a:defRPr sz="800" b="1"/>
            </a:lvl8pPr>
            <a:lvl9pPr marL="1828800" indent="0">
              <a:buNone/>
              <a:defRPr sz="800" b="1"/>
            </a:lvl9pPr>
          </a:lstStyle>
          <a:p>
            <a:pPr lvl="0"/>
            <a:r>
              <a:rPr lang="en-US" smtClean="0"/>
              <a:t>Click to edit Master text styles</a:t>
            </a:r>
          </a:p>
        </p:txBody>
      </p:sp>
      <p:sp>
        <p:nvSpPr>
          <p:cNvPr id="6" name="Content Placeholder 5"/>
          <p:cNvSpPr>
            <a:spLocks noGrp="1"/>
          </p:cNvSpPr>
          <p:nvPr>
            <p:ph sz="quarter" idx="4"/>
          </p:nvPr>
        </p:nvSpPr>
        <p:spPr>
          <a:xfrm>
            <a:off x="2322513" y="1449917"/>
            <a:ext cx="2020888" cy="2634192"/>
          </a:xfrm>
        </p:spPr>
        <p:txBody>
          <a:bodyPr/>
          <a:lstStyle>
            <a:lvl1pPr>
              <a:defRPr sz="1200"/>
            </a:lvl1pPr>
            <a:lvl2pPr>
              <a:defRPr sz="1000"/>
            </a:lvl2pPr>
            <a:lvl3pPr>
              <a:defRPr sz="900"/>
            </a:lvl3pPr>
            <a:lvl4pPr>
              <a:defRPr sz="800"/>
            </a:lvl4pPr>
            <a:lvl5pPr>
              <a:defRPr sz="800"/>
            </a:lvl5pPr>
            <a:lvl6pPr>
              <a:defRPr sz="800"/>
            </a:lvl6pPr>
            <a:lvl7pPr>
              <a:defRPr sz="800"/>
            </a:lvl7pPr>
            <a:lvl8pPr>
              <a:defRPr sz="800"/>
            </a:lvl8pPr>
            <a:lvl9pPr>
              <a:defRPr sz="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8" name="Footer Placeholder 7"/>
          <p:cNvSpPr>
            <a:spLocks noGrp="1"/>
          </p:cNvSpPr>
          <p:nvPr>
            <p:ph type="ftr" sz="quarter" idx="11"/>
          </p:nvPr>
        </p:nvSpPr>
        <p:spPr/>
        <p:txBody>
          <a:bodyPr/>
          <a:lstStyle/>
          <a:p>
            <a:endParaRPr lang="en-US">
              <a:solidFill>
                <a:prstClr val="black">
                  <a:tint val="75000"/>
                </a:prstClr>
              </a:solidFill>
            </a:endParaRPr>
          </a:p>
        </p:txBody>
      </p:sp>
      <p:sp>
        <p:nvSpPr>
          <p:cNvPr id="9" name="Slide Number Placeholder 8"/>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41141626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4" name="Footer Placeholder 3"/>
          <p:cNvSpPr>
            <a:spLocks noGrp="1"/>
          </p:cNvSpPr>
          <p:nvPr>
            <p:ph type="ftr" sz="quarter" idx="11"/>
          </p:nvPr>
        </p:nvSpPr>
        <p:spPr/>
        <p:txBody>
          <a:bodyPr/>
          <a:lstStyle/>
          <a:p>
            <a:endParaRPr lang="en-US">
              <a:solidFill>
                <a:prstClr val="black">
                  <a:tint val="75000"/>
                </a:prstClr>
              </a:solidFill>
            </a:endParaRPr>
          </a:p>
        </p:txBody>
      </p:sp>
      <p:sp>
        <p:nvSpPr>
          <p:cNvPr id="5" name="Slide Number Placeholder 4"/>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5623832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3" name="Footer Placeholder 2"/>
          <p:cNvSpPr>
            <a:spLocks noGrp="1"/>
          </p:cNvSpPr>
          <p:nvPr>
            <p:ph type="ftr" sz="quarter" idx="11"/>
          </p:nvPr>
        </p:nvSpPr>
        <p:spPr/>
        <p:txBody>
          <a:bodyPr/>
          <a:lstStyle/>
          <a:p>
            <a:endParaRPr lang="en-US">
              <a:solidFill>
                <a:prstClr val="black">
                  <a:tint val="75000"/>
                </a:prstClr>
              </a:solidFill>
            </a:endParaRPr>
          </a:p>
        </p:txBody>
      </p:sp>
      <p:sp>
        <p:nvSpPr>
          <p:cNvPr id="4" name="Slide Number Placeholder 3"/>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7040694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8600" y="182033"/>
            <a:ext cx="1504157" cy="774700"/>
          </a:xfrm>
        </p:spPr>
        <p:txBody>
          <a:bodyPr anchor="b"/>
          <a:lstStyle>
            <a:lvl1pPr algn="l">
              <a:defRPr sz="1000" b="1"/>
            </a:lvl1pPr>
          </a:lstStyle>
          <a:p>
            <a:r>
              <a:rPr lang="en-US" smtClean="0"/>
              <a:t>Click to edit Master title style</a:t>
            </a:r>
            <a:endParaRPr lang="en-US"/>
          </a:p>
        </p:txBody>
      </p:sp>
      <p:sp>
        <p:nvSpPr>
          <p:cNvPr id="3" name="Content Placeholder 2"/>
          <p:cNvSpPr>
            <a:spLocks noGrp="1"/>
          </p:cNvSpPr>
          <p:nvPr>
            <p:ph idx="1"/>
          </p:nvPr>
        </p:nvSpPr>
        <p:spPr>
          <a:xfrm>
            <a:off x="1787525" y="182034"/>
            <a:ext cx="2555875" cy="3902075"/>
          </a:xfrm>
        </p:spPr>
        <p:txBody>
          <a:bodyPr/>
          <a:lstStyle>
            <a:lvl1pPr>
              <a:defRPr sz="1600"/>
            </a:lvl1pPr>
            <a:lvl2pPr>
              <a:defRPr sz="1400"/>
            </a:lvl2pPr>
            <a:lvl3pPr>
              <a:defRPr sz="1200"/>
            </a:lvl3pPr>
            <a:lvl4pPr>
              <a:defRPr sz="1000"/>
            </a:lvl4pPr>
            <a:lvl5pPr>
              <a:defRPr sz="1000"/>
            </a:lvl5pPr>
            <a:lvl6pPr>
              <a:defRPr sz="1000"/>
            </a:lvl6pPr>
            <a:lvl7pPr>
              <a:defRPr sz="1000"/>
            </a:lvl7pPr>
            <a:lvl8pPr>
              <a:defRPr sz="1000"/>
            </a:lvl8pPr>
            <a:lvl9pPr>
              <a:defRPr sz="1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228600" y="956734"/>
            <a:ext cx="1504157" cy="3127375"/>
          </a:xfrm>
        </p:spPr>
        <p:txBody>
          <a:bodyPr/>
          <a:lstStyle>
            <a:lvl1pPr marL="0" indent="0">
              <a:buNone/>
              <a:defRPr sz="700"/>
            </a:lvl1pPr>
            <a:lvl2pPr marL="228600" indent="0">
              <a:buNone/>
              <a:defRPr sz="600"/>
            </a:lvl2pPr>
            <a:lvl3pPr marL="457200" indent="0">
              <a:buNone/>
              <a:defRPr sz="500"/>
            </a:lvl3pPr>
            <a:lvl4pPr marL="685800" indent="0">
              <a:buNone/>
              <a:defRPr sz="450"/>
            </a:lvl4pPr>
            <a:lvl5pPr marL="914400" indent="0">
              <a:buNone/>
              <a:defRPr sz="450"/>
            </a:lvl5pPr>
            <a:lvl6pPr marL="1143000" indent="0">
              <a:buNone/>
              <a:defRPr sz="450"/>
            </a:lvl6pPr>
            <a:lvl7pPr marL="1371600" indent="0">
              <a:buNone/>
              <a:defRPr sz="450"/>
            </a:lvl7pPr>
            <a:lvl8pPr marL="1600200" indent="0">
              <a:buNone/>
              <a:defRPr sz="450"/>
            </a:lvl8pPr>
            <a:lvl9pPr marL="1828800" indent="0">
              <a:buNone/>
              <a:defRPr sz="45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4232840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96144" y="3200400"/>
            <a:ext cx="2743200" cy="377825"/>
          </a:xfrm>
        </p:spPr>
        <p:txBody>
          <a:bodyPr anchor="b"/>
          <a:lstStyle>
            <a:lvl1pPr algn="l">
              <a:defRPr sz="1000" b="1"/>
            </a:lvl1pPr>
          </a:lstStyle>
          <a:p>
            <a:r>
              <a:rPr lang="en-US" smtClean="0"/>
              <a:t>Click to edit Master title style</a:t>
            </a:r>
            <a:endParaRPr lang="en-US"/>
          </a:p>
        </p:txBody>
      </p:sp>
      <p:sp>
        <p:nvSpPr>
          <p:cNvPr id="3" name="Picture Placeholder 2"/>
          <p:cNvSpPr>
            <a:spLocks noGrp="1"/>
          </p:cNvSpPr>
          <p:nvPr>
            <p:ph type="pic" idx="1"/>
          </p:nvPr>
        </p:nvSpPr>
        <p:spPr>
          <a:xfrm>
            <a:off x="896144" y="408517"/>
            <a:ext cx="2743200" cy="2743200"/>
          </a:xfrm>
        </p:spPr>
        <p:txBody>
          <a:bodyPr/>
          <a:lstStyle>
            <a:lvl1pPr marL="0" indent="0">
              <a:buNone/>
              <a:defRPr sz="1600"/>
            </a:lvl1pPr>
            <a:lvl2pPr marL="228600" indent="0">
              <a:buNone/>
              <a:defRPr sz="1400"/>
            </a:lvl2pPr>
            <a:lvl3pPr marL="457200" indent="0">
              <a:buNone/>
              <a:defRPr sz="1200"/>
            </a:lvl3pPr>
            <a:lvl4pPr marL="685800" indent="0">
              <a:buNone/>
              <a:defRPr sz="1000"/>
            </a:lvl4pPr>
            <a:lvl5pPr marL="914400" indent="0">
              <a:buNone/>
              <a:defRPr sz="1000"/>
            </a:lvl5pPr>
            <a:lvl6pPr marL="1143000" indent="0">
              <a:buNone/>
              <a:defRPr sz="1000"/>
            </a:lvl6pPr>
            <a:lvl7pPr marL="1371600" indent="0">
              <a:buNone/>
              <a:defRPr sz="1000"/>
            </a:lvl7pPr>
            <a:lvl8pPr marL="1600200" indent="0">
              <a:buNone/>
              <a:defRPr sz="1000"/>
            </a:lvl8pPr>
            <a:lvl9pPr marL="1828800" indent="0">
              <a:buNone/>
              <a:defRPr sz="1000"/>
            </a:lvl9pPr>
          </a:lstStyle>
          <a:p>
            <a:endParaRPr lang="en-US"/>
          </a:p>
        </p:txBody>
      </p:sp>
      <p:sp>
        <p:nvSpPr>
          <p:cNvPr id="4" name="Text Placeholder 3"/>
          <p:cNvSpPr>
            <a:spLocks noGrp="1"/>
          </p:cNvSpPr>
          <p:nvPr>
            <p:ph type="body" sz="half" idx="2"/>
          </p:nvPr>
        </p:nvSpPr>
        <p:spPr>
          <a:xfrm>
            <a:off x="896144" y="3578225"/>
            <a:ext cx="2743200" cy="536575"/>
          </a:xfrm>
        </p:spPr>
        <p:txBody>
          <a:bodyPr/>
          <a:lstStyle>
            <a:lvl1pPr marL="0" indent="0">
              <a:buNone/>
              <a:defRPr sz="700"/>
            </a:lvl1pPr>
            <a:lvl2pPr marL="228600" indent="0">
              <a:buNone/>
              <a:defRPr sz="600"/>
            </a:lvl2pPr>
            <a:lvl3pPr marL="457200" indent="0">
              <a:buNone/>
              <a:defRPr sz="500"/>
            </a:lvl3pPr>
            <a:lvl4pPr marL="685800" indent="0">
              <a:buNone/>
              <a:defRPr sz="450"/>
            </a:lvl4pPr>
            <a:lvl5pPr marL="914400" indent="0">
              <a:buNone/>
              <a:defRPr sz="450"/>
            </a:lvl5pPr>
            <a:lvl6pPr marL="1143000" indent="0">
              <a:buNone/>
              <a:defRPr sz="450"/>
            </a:lvl6pPr>
            <a:lvl7pPr marL="1371600" indent="0">
              <a:buNone/>
              <a:defRPr sz="450"/>
            </a:lvl7pPr>
            <a:lvl8pPr marL="1600200" indent="0">
              <a:buNone/>
              <a:defRPr sz="450"/>
            </a:lvl8pPr>
            <a:lvl9pPr marL="1828800" indent="0">
              <a:buNone/>
              <a:defRPr sz="45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785429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1789997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314700" y="183092"/>
            <a:ext cx="1028700" cy="3901017"/>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228600" y="183092"/>
            <a:ext cx="3009900" cy="3901017"/>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24142903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42900" y="1420283"/>
            <a:ext cx="3886200" cy="980017"/>
          </a:xfrm>
        </p:spPr>
        <p:txBody>
          <a:bodyPr/>
          <a:lstStyle/>
          <a:p>
            <a:r>
              <a:rPr lang="en-US" smtClean="0"/>
              <a:t>Click to edit Master title style</a:t>
            </a:r>
            <a:endParaRPr lang="en-US"/>
          </a:p>
        </p:txBody>
      </p:sp>
      <p:sp>
        <p:nvSpPr>
          <p:cNvPr id="3" name="Subtitle 2"/>
          <p:cNvSpPr>
            <a:spLocks noGrp="1"/>
          </p:cNvSpPr>
          <p:nvPr>
            <p:ph type="subTitle" idx="1"/>
          </p:nvPr>
        </p:nvSpPr>
        <p:spPr>
          <a:xfrm>
            <a:off x="685800" y="2590800"/>
            <a:ext cx="3200400" cy="1168400"/>
          </a:xfrm>
        </p:spPr>
        <p:txBody>
          <a:bodyPr/>
          <a:lstStyle>
            <a:lvl1pPr marL="0" indent="0" algn="ctr">
              <a:buNone/>
              <a:defRPr>
                <a:solidFill>
                  <a:schemeClr val="tx1">
                    <a:tint val="75000"/>
                  </a:schemeClr>
                </a:solidFill>
              </a:defRPr>
            </a:lvl1pPr>
            <a:lvl2pPr marL="228600" indent="0" algn="ctr">
              <a:buNone/>
              <a:defRPr>
                <a:solidFill>
                  <a:schemeClr val="tx1">
                    <a:tint val="75000"/>
                  </a:schemeClr>
                </a:solidFill>
              </a:defRPr>
            </a:lvl2pPr>
            <a:lvl3pPr marL="457200" indent="0" algn="ctr">
              <a:buNone/>
              <a:defRPr>
                <a:solidFill>
                  <a:schemeClr val="tx1">
                    <a:tint val="75000"/>
                  </a:schemeClr>
                </a:solidFill>
              </a:defRPr>
            </a:lvl3pPr>
            <a:lvl4pPr marL="685800" indent="0" algn="ctr">
              <a:buNone/>
              <a:defRPr>
                <a:solidFill>
                  <a:schemeClr val="tx1">
                    <a:tint val="75000"/>
                  </a:schemeClr>
                </a:solidFill>
              </a:defRPr>
            </a:lvl4pPr>
            <a:lvl5pPr marL="914400" indent="0" algn="ctr">
              <a:buNone/>
              <a:defRPr>
                <a:solidFill>
                  <a:schemeClr val="tx1">
                    <a:tint val="75000"/>
                  </a:schemeClr>
                </a:solidFill>
              </a:defRPr>
            </a:lvl5pPr>
            <a:lvl6pPr marL="1143000" indent="0" algn="ctr">
              <a:buNone/>
              <a:defRPr>
                <a:solidFill>
                  <a:schemeClr val="tx1">
                    <a:tint val="75000"/>
                  </a:schemeClr>
                </a:solidFill>
              </a:defRPr>
            </a:lvl6pPr>
            <a:lvl7pPr marL="1371600" indent="0" algn="ctr">
              <a:buNone/>
              <a:defRPr>
                <a:solidFill>
                  <a:schemeClr val="tx1">
                    <a:tint val="75000"/>
                  </a:schemeClr>
                </a:solidFill>
              </a:defRPr>
            </a:lvl7pPr>
            <a:lvl8pPr marL="1600200" indent="0" algn="ctr">
              <a:buNone/>
              <a:defRPr>
                <a:solidFill>
                  <a:schemeClr val="tx1">
                    <a:tint val="75000"/>
                  </a:schemeClr>
                </a:solidFill>
              </a:defRPr>
            </a:lvl8pPr>
            <a:lvl9pPr marL="18288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61595850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28485201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61157" y="2937934"/>
            <a:ext cx="3886200" cy="908050"/>
          </a:xfrm>
        </p:spPr>
        <p:txBody>
          <a:bodyPr anchor="t"/>
          <a:lstStyle>
            <a:lvl1pPr algn="l">
              <a:defRPr sz="2000" b="1" cap="all"/>
            </a:lvl1pPr>
          </a:lstStyle>
          <a:p>
            <a:r>
              <a:rPr lang="en-US" smtClean="0"/>
              <a:t>Click to edit Master title style</a:t>
            </a:r>
            <a:endParaRPr lang="en-US"/>
          </a:p>
        </p:txBody>
      </p:sp>
      <p:sp>
        <p:nvSpPr>
          <p:cNvPr id="3" name="Text Placeholder 2"/>
          <p:cNvSpPr>
            <a:spLocks noGrp="1"/>
          </p:cNvSpPr>
          <p:nvPr>
            <p:ph type="body" idx="1"/>
          </p:nvPr>
        </p:nvSpPr>
        <p:spPr>
          <a:xfrm>
            <a:off x="361157" y="1937809"/>
            <a:ext cx="3886200" cy="1000125"/>
          </a:xfrm>
        </p:spPr>
        <p:txBody>
          <a:bodyPr anchor="b"/>
          <a:lstStyle>
            <a:lvl1pPr marL="0" indent="0">
              <a:buNone/>
              <a:defRPr sz="1000">
                <a:solidFill>
                  <a:schemeClr val="tx1">
                    <a:tint val="75000"/>
                  </a:schemeClr>
                </a:solidFill>
              </a:defRPr>
            </a:lvl1pPr>
            <a:lvl2pPr marL="228600" indent="0">
              <a:buNone/>
              <a:defRPr sz="900">
                <a:solidFill>
                  <a:schemeClr val="tx1">
                    <a:tint val="75000"/>
                  </a:schemeClr>
                </a:solidFill>
              </a:defRPr>
            </a:lvl2pPr>
            <a:lvl3pPr marL="457200" indent="0">
              <a:buNone/>
              <a:defRPr sz="800">
                <a:solidFill>
                  <a:schemeClr val="tx1">
                    <a:tint val="75000"/>
                  </a:schemeClr>
                </a:solidFill>
              </a:defRPr>
            </a:lvl3pPr>
            <a:lvl4pPr marL="685800" indent="0">
              <a:buNone/>
              <a:defRPr sz="700">
                <a:solidFill>
                  <a:schemeClr val="tx1">
                    <a:tint val="75000"/>
                  </a:schemeClr>
                </a:solidFill>
              </a:defRPr>
            </a:lvl4pPr>
            <a:lvl5pPr marL="914400" indent="0">
              <a:buNone/>
              <a:defRPr sz="700">
                <a:solidFill>
                  <a:schemeClr val="tx1">
                    <a:tint val="75000"/>
                  </a:schemeClr>
                </a:solidFill>
              </a:defRPr>
            </a:lvl5pPr>
            <a:lvl6pPr marL="1143000" indent="0">
              <a:buNone/>
              <a:defRPr sz="700">
                <a:solidFill>
                  <a:schemeClr val="tx1">
                    <a:tint val="75000"/>
                  </a:schemeClr>
                </a:solidFill>
              </a:defRPr>
            </a:lvl6pPr>
            <a:lvl7pPr marL="1371600" indent="0">
              <a:buNone/>
              <a:defRPr sz="700">
                <a:solidFill>
                  <a:schemeClr val="tx1">
                    <a:tint val="75000"/>
                  </a:schemeClr>
                </a:solidFill>
              </a:defRPr>
            </a:lvl7pPr>
            <a:lvl8pPr marL="1600200" indent="0">
              <a:buNone/>
              <a:defRPr sz="700">
                <a:solidFill>
                  <a:schemeClr val="tx1">
                    <a:tint val="75000"/>
                  </a:schemeClr>
                </a:solidFill>
              </a:defRPr>
            </a:lvl8pPr>
            <a:lvl9pPr marL="1828800" indent="0">
              <a:buNone/>
              <a:defRPr sz="7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83276250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228600" y="1066800"/>
            <a:ext cx="2019300" cy="3017309"/>
          </a:xfrm>
        </p:spPr>
        <p:txBody>
          <a:bodyPr/>
          <a:lstStyle>
            <a:lvl1pPr>
              <a:defRPr sz="1400"/>
            </a:lvl1pPr>
            <a:lvl2pPr>
              <a:defRPr sz="1200"/>
            </a:lvl2pPr>
            <a:lvl3pPr>
              <a:defRPr sz="1000"/>
            </a:lvl3pPr>
            <a:lvl4pPr>
              <a:defRPr sz="900"/>
            </a:lvl4pPr>
            <a:lvl5pPr>
              <a:defRPr sz="900"/>
            </a:lvl5pPr>
            <a:lvl6pPr>
              <a:defRPr sz="900"/>
            </a:lvl6pPr>
            <a:lvl7pPr>
              <a:defRPr sz="900"/>
            </a:lvl7pPr>
            <a:lvl8pPr>
              <a:defRPr sz="900"/>
            </a:lvl8pPr>
            <a:lvl9pPr>
              <a:defRPr sz="9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2324100" y="1066800"/>
            <a:ext cx="2019300" cy="3017309"/>
          </a:xfrm>
        </p:spPr>
        <p:txBody>
          <a:bodyPr/>
          <a:lstStyle>
            <a:lvl1pPr>
              <a:defRPr sz="1400"/>
            </a:lvl1pPr>
            <a:lvl2pPr>
              <a:defRPr sz="1200"/>
            </a:lvl2pPr>
            <a:lvl3pPr>
              <a:defRPr sz="1000"/>
            </a:lvl3pPr>
            <a:lvl4pPr>
              <a:defRPr sz="900"/>
            </a:lvl4pPr>
            <a:lvl5pPr>
              <a:defRPr sz="900"/>
            </a:lvl5pPr>
            <a:lvl6pPr>
              <a:defRPr sz="900"/>
            </a:lvl6pPr>
            <a:lvl7pPr>
              <a:defRPr sz="900"/>
            </a:lvl7pPr>
            <a:lvl8pPr>
              <a:defRPr sz="900"/>
            </a:lvl8pPr>
            <a:lvl9pPr>
              <a:defRPr sz="9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53495743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228600" y="1023409"/>
            <a:ext cx="2020094" cy="426508"/>
          </a:xfrm>
        </p:spPr>
        <p:txBody>
          <a:bodyPr anchor="b"/>
          <a:lstStyle>
            <a:lvl1pPr marL="0" indent="0">
              <a:buNone/>
              <a:defRPr sz="1200" b="1"/>
            </a:lvl1pPr>
            <a:lvl2pPr marL="228600" indent="0">
              <a:buNone/>
              <a:defRPr sz="1000" b="1"/>
            </a:lvl2pPr>
            <a:lvl3pPr marL="457200" indent="0">
              <a:buNone/>
              <a:defRPr sz="900" b="1"/>
            </a:lvl3pPr>
            <a:lvl4pPr marL="685800" indent="0">
              <a:buNone/>
              <a:defRPr sz="800" b="1"/>
            </a:lvl4pPr>
            <a:lvl5pPr marL="914400" indent="0">
              <a:buNone/>
              <a:defRPr sz="800" b="1"/>
            </a:lvl5pPr>
            <a:lvl6pPr marL="1143000" indent="0">
              <a:buNone/>
              <a:defRPr sz="800" b="1"/>
            </a:lvl6pPr>
            <a:lvl7pPr marL="1371600" indent="0">
              <a:buNone/>
              <a:defRPr sz="800" b="1"/>
            </a:lvl7pPr>
            <a:lvl8pPr marL="1600200" indent="0">
              <a:buNone/>
              <a:defRPr sz="800" b="1"/>
            </a:lvl8pPr>
            <a:lvl9pPr marL="1828800" indent="0">
              <a:buNone/>
              <a:defRPr sz="800" b="1"/>
            </a:lvl9pPr>
          </a:lstStyle>
          <a:p>
            <a:pPr lvl="0"/>
            <a:r>
              <a:rPr lang="en-US" smtClean="0"/>
              <a:t>Click to edit Master text styles</a:t>
            </a:r>
          </a:p>
        </p:txBody>
      </p:sp>
      <p:sp>
        <p:nvSpPr>
          <p:cNvPr id="4" name="Content Placeholder 3"/>
          <p:cNvSpPr>
            <a:spLocks noGrp="1"/>
          </p:cNvSpPr>
          <p:nvPr>
            <p:ph sz="half" idx="2"/>
          </p:nvPr>
        </p:nvSpPr>
        <p:spPr>
          <a:xfrm>
            <a:off x="228600" y="1449917"/>
            <a:ext cx="2020094" cy="2634192"/>
          </a:xfrm>
        </p:spPr>
        <p:txBody>
          <a:bodyPr/>
          <a:lstStyle>
            <a:lvl1pPr>
              <a:defRPr sz="1200"/>
            </a:lvl1pPr>
            <a:lvl2pPr>
              <a:defRPr sz="1000"/>
            </a:lvl2pPr>
            <a:lvl3pPr>
              <a:defRPr sz="900"/>
            </a:lvl3pPr>
            <a:lvl4pPr>
              <a:defRPr sz="800"/>
            </a:lvl4pPr>
            <a:lvl5pPr>
              <a:defRPr sz="800"/>
            </a:lvl5pPr>
            <a:lvl6pPr>
              <a:defRPr sz="800"/>
            </a:lvl6pPr>
            <a:lvl7pPr>
              <a:defRPr sz="800"/>
            </a:lvl7pPr>
            <a:lvl8pPr>
              <a:defRPr sz="800"/>
            </a:lvl8pPr>
            <a:lvl9pPr>
              <a:defRPr sz="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2322513" y="1023409"/>
            <a:ext cx="2020888" cy="426508"/>
          </a:xfrm>
        </p:spPr>
        <p:txBody>
          <a:bodyPr anchor="b"/>
          <a:lstStyle>
            <a:lvl1pPr marL="0" indent="0">
              <a:buNone/>
              <a:defRPr sz="1200" b="1"/>
            </a:lvl1pPr>
            <a:lvl2pPr marL="228600" indent="0">
              <a:buNone/>
              <a:defRPr sz="1000" b="1"/>
            </a:lvl2pPr>
            <a:lvl3pPr marL="457200" indent="0">
              <a:buNone/>
              <a:defRPr sz="900" b="1"/>
            </a:lvl3pPr>
            <a:lvl4pPr marL="685800" indent="0">
              <a:buNone/>
              <a:defRPr sz="800" b="1"/>
            </a:lvl4pPr>
            <a:lvl5pPr marL="914400" indent="0">
              <a:buNone/>
              <a:defRPr sz="800" b="1"/>
            </a:lvl5pPr>
            <a:lvl6pPr marL="1143000" indent="0">
              <a:buNone/>
              <a:defRPr sz="800" b="1"/>
            </a:lvl6pPr>
            <a:lvl7pPr marL="1371600" indent="0">
              <a:buNone/>
              <a:defRPr sz="800" b="1"/>
            </a:lvl7pPr>
            <a:lvl8pPr marL="1600200" indent="0">
              <a:buNone/>
              <a:defRPr sz="800" b="1"/>
            </a:lvl8pPr>
            <a:lvl9pPr marL="1828800" indent="0">
              <a:buNone/>
              <a:defRPr sz="800" b="1"/>
            </a:lvl9pPr>
          </a:lstStyle>
          <a:p>
            <a:pPr lvl="0"/>
            <a:r>
              <a:rPr lang="en-US" smtClean="0"/>
              <a:t>Click to edit Master text styles</a:t>
            </a:r>
          </a:p>
        </p:txBody>
      </p:sp>
      <p:sp>
        <p:nvSpPr>
          <p:cNvPr id="6" name="Content Placeholder 5"/>
          <p:cNvSpPr>
            <a:spLocks noGrp="1"/>
          </p:cNvSpPr>
          <p:nvPr>
            <p:ph sz="quarter" idx="4"/>
          </p:nvPr>
        </p:nvSpPr>
        <p:spPr>
          <a:xfrm>
            <a:off x="2322513" y="1449917"/>
            <a:ext cx="2020888" cy="2634192"/>
          </a:xfrm>
        </p:spPr>
        <p:txBody>
          <a:bodyPr/>
          <a:lstStyle>
            <a:lvl1pPr>
              <a:defRPr sz="1200"/>
            </a:lvl1pPr>
            <a:lvl2pPr>
              <a:defRPr sz="1000"/>
            </a:lvl2pPr>
            <a:lvl3pPr>
              <a:defRPr sz="900"/>
            </a:lvl3pPr>
            <a:lvl4pPr>
              <a:defRPr sz="800"/>
            </a:lvl4pPr>
            <a:lvl5pPr>
              <a:defRPr sz="800"/>
            </a:lvl5pPr>
            <a:lvl6pPr>
              <a:defRPr sz="800"/>
            </a:lvl6pPr>
            <a:lvl7pPr>
              <a:defRPr sz="800"/>
            </a:lvl7pPr>
            <a:lvl8pPr>
              <a:defRPr sz="800"/>
            </a:lvl8pPr>
            <a:lvl9pPr>
              <a:defRPr sz="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8" name="Footer Placeholder 7"/>
          <p:cNvSpPr>
            <a:spLocks noGrp="1"/>
          </p:cNvSpPr>
          <p:nvPr>
            <p:ph type="ftr" sz="quarter" idx="11"/>
          </p:nvPr>
        </p:nvSpPr>
        <p:spPr/>
        <p:txBody>
          <a:bodyPr/>
          <a:lstStyle/>
          <a:p>
            <a:endParaRPr lang="en-US">
              <a:solidFill>
                <a:prstClr val="black">
                  <a:tint val="75000"/>
                </a:prstClr>
              </a:solidFill>
            </a:endParaRPr>
          </a:p>
        </p:txBody>
      </p:sp>
      <p:sp>
        <p:nvSpPr>
          <p:cNvPr id="9" name="Slide Number Placeholder 8"/>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8115901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4" name="Footer Placeholder 3"/>
          <p:cNvSpPr>
            <a:spLocks noGrp="1"/>
          </p:cNvSpPr>
          <p:nvPr>
            <p:ph type="ftr" sz="quarter" idx="11"/>
          </p:nvPr>
        </p:nvSpPr>
        <p:spPr/>
        <p:txBody>
          <a:bodyPr/>
          <a:lstStyle/>
          <a:p>
            <a:endParaRPr lang="en-US">
              <a:solidFill>
                <a:prstClr val="black">
                  <a:tint val="75000"/>
                </a:prstClr>
              </a:solidFill>
            </a:endParaRPr>
          </a:p>
        </p:txBody>
      </p:sp>
      <p:sp>
        <p:nvSpPr>
          <p:cNvPr id="5" name="Slide Number Placeholder 4"/>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64605194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3" name="Footer Placeholder 2"/>
          <p:cNvSpPr>
            <a:spLocks noGrp="1"/>
          </p:cNvSpPr>
          <p:nvPr>
            <p:ph type="ftr" sz="quarter" idx="11"/>
          </p:nvPr>
        </p:nvSpPr>
        <p:spPr/>
        <p:txBody>
          <a:bodyPr/>
          <a:lstStyle/>
          <a:p>
            <a:endParaRPr lang="en-US">
              <a:solidFill>
                <a:prstClr val="black">
                  <a:tint val="75000"/>
                </a:prstClr>
              </a:solidFill>
            </a:endParaRPr>
          </a:p>
        </p:txBody>
      </p:sp>
      <p:sp>
        <p:nvSpPr>
          <p:cNvPr id="4" name="Slide Number Placeholder 3"/>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50918847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8600" y="182033"/>
            <a:ext cx="1504157" cy="774700"/>
          </a:xfrm>
        </p:spPr>
        <p:txBody>
          <a:bodyPr anchor="b"/>
          <a:lstStyle>
            <a:lvl1pPr algn="l">
              <a:defRPr sz="1000" b="1"/>
            </a:lvl1pPr>
          </a:lstStyle>
          <a:p>
            <a:r>
              <a:rPr lang="en-US" smtClean="0"/>
              <a:t>Click to edit Master title style</a:t>
            </a:r>
            <a:endParaRPr lang="en-US"/>
          </a:p>
        </p:txBody>
      </p:sp>
      <p:sp>
        <p:nvSpPr>
          <p:cNvPr id="3" name="Content Placeholder 2"/>
          <p:cNvSpPr>
            <a:spLocks noGrp="1"/>
          </p:cNvSpPr>
          <p:nvPr>
            <p:ph idx="1"/>
          </p:nvPr>
        </p:nvSpPr>
        <p:spPr>
          <a:xfrm>
            <a:off x="1787525" y="182034"/>
            <a:ext cx="2555875" cy="3902075"/>
          </a:xfrm>
        </p:spPr>
        <p:txBody>
          <a:bodyPr/>
          <a:lstStyle>
            <a:lvl1pPr>
              <a:defRPr sz="1600"/>
            </a:lvl1pPr>
            <a:lvl2pPr>
              <a:defRPr sz="1400"/>
            </a:lvl2pPr>
            <a:lvl3pPr>
              <a:defRPr sz="1200"/>
            </a:lvl3pPr>
            <a:lvl4pPr>
              <a:defRPr sz="1000"/>
            </a:lvl4pPr>
            <a:lvl5pPr>
              <a:defRPr sz="1000"/>
            </a:lvl5pPr>
            <a:lvl6pPr>
              <a:defRPr sz="1000"/>
            </a:lvl6pPr>
            <a:lvl7pPr>
              <a:defRPr sz="1000"/>
            </a:lvl7pPr>
            <a:lvl8pPr>
              <a:defRPr sz="1000"/>
            </a:lvl8pPr>
            <a:lvl9pPr>
              <a:defRPr sz="1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228600" y="956734"/>
            <a:ext cx="1504157" cy="3127375"/>
          </a:xfrm>
        </p:spPr>
        <p:txBody>
          <a:bodyPr/>
          <a:lstStyle>
            <a:lvl1pPr marL="0" indent="0">
              <a:buNone/>
              <a:defRPr sz="700"/>
            </a:lvl1pPr>
            <a:lvl2pPr marL="228600" indent="0">
              <a:buNone/>
              <a:defRPr sz="600"/>
            </a:lvl2pPr>
            <a:lvl3pPr marL="457200" indent="0">
              <a:buNone/>
              <a:defRPr sz="500"/>
            </a:lvl3pPr>
            <a:lvl4pPr marL="685800" indent="0">
              <a:buNone/>
              <a:defRPr sz="450"/>
            </a:lvl4pPr>
            <a:lvl5pPr marL="914400" indent="0">
              <a:buNone/>
              <a:defRPr sz="450"/>
            </a:lvl5pPr>
            <a:lvl6pPr marL="1143000" indent="0">
              <a:buNone/>
              <a:defRPr sz="450"/>
            </a:lvl6pPr>
            <a:lvl7pPr marL="1371600" indent="0">
              <a:buNone/>
              <a:defRPr sz="450"/>
            </a:lvl7pPr>
            <a:lvl8pPr marL="1600200" indent="0">
              <a:buNone/>
              <a:defRPr sz="450"/>
            </a:lvl8pPr>
            <a:lvl9pPr marL="1828800" indent="0">
              <a:buNone/>
              <a:defRPr sz="45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8433452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96144" y="3200400"/>
            <a:ext cx="2743200" cy="377825"/>
          </a:xfrm>
        </p:spPr>
        <p:txBody>
          <a:bodyPr anchor="b"/>
          <a:lstStyle>
            <a:lvl1pPr algn="l">
              <a:defRPr sz="1000" b="1"/>
            </a:lvl1pPr>
          </a:lstStyle>
          <a:p>
            <a:r>
              <a:rPr lang="en-US" smtClean="0"/>
              <a:t>Click to edit Master title style</a:t>
            </a:r>
            <a:endParaRPr lang="en-US"/>
          </a:p>
        </p:txBody>
      </p:sp>
      <p:sp>
        <p:nvSpPr>
          <p:cNvPr id="3" name="Picture Placeholder 2"/>
          <p:cNvSpPr>
            <a:spLocks noGrp="1"/>
          </p:cNvSpPr>
          <p:nvPr>
            <p:ph type="pic" idx="1"/>
          </p:nvPr>
        </p:nvSpPr>
        <p:spPr>
          <a:xfrm>
            <a:off x="896144" y="408517"/>
            <a:ext cx="2743200" cy="2743200"/>
          </a:xfrm>
        </p:spPr>
        <p:txBody>
          <a:bodyPr/>
          <a:lstStyle>
            <a:lvl1pPr marL="0" indent="0">
              <a:buNone/>
              <a:defRPr sz="1600"/>
            </a:lvl1pPr>
            <a:lvl2pPr marL="228600" indent="0">
              <a:buNone/>
              <a:defRPr sz="1400"/>
            </a:lvl2pPr>
            <a:lvl3pPr marL="457200" indent="0">
              <a:buNone/>
              <a:defRPr sz="1200"/>
            </a:lvl3pPr>
            <a:lvl4pPr marL="685800" indent="0">
              <a:buNone/>
              <a:defRPr sz="1000"/>
            </a:lvl4pPr>
            <a:lvl5pPr marL="914400" indent="0">
              <a:buNone/>
              <a:defRPr sz="1000"/>
            </a:lvl5pPr>
            <a:lvl6pPr marL="1143000" indent="0">
              <a:buNone/>
              <a:defRPr sz="1000"/>
            </a:lvl6pPr>
            <a:lvl7pPr marL="1371600" indent="0">
              <a:buNone/>
              <a:defRPr sz="1000"/>
            </a:lvl7pPr>
            <a:lvl8pPr marL="1600200" indent="0">
              <a:buNone/>
              <a:defRPr sz="1000"/>
            </a:lvl8pPr>
            <a:lvl9pPr marL="1828800" indent="0">
              <a:buNone/>
              <a:defRPr sz="1000"/>
            </a:lvl9pPr>
          </a:lstStyle>
          <a:p>
            <a:endParaRPr lang="en-US"/>
          </a:p>
        </p:txBody>
      </p:sp>
      <p:sp>
        <p:nvSpPr>
          <p:cNvPr id="4" name="Text Placeholder 3"/>
          <p:cNvSpPr>
            <a:spLocks noGrp="1"/>
          </p:cNvSpPr>
          <p:nvPr>
            <p:ph type="body" sz="half" idx="2"/>
          </p:nvPr>
        </p:nvSpPr>
        <p:spPr>
          <a:xfrm>
            <a:off x="896144" y="3578225"/>
            <a:ext cx="2743200" cy="536575"/>
          </a:xfrm>
        </p:spPr>
        <p:txBody>
          <a:bodyPr/>
          <a:lstStyle>
            <a:lvl1pPr marL="0" indent="0">
              <a:buNone/>
              <a:defRPr sz="700"/>
            </a:lvl1pPr>
            <a:lvl2pPr marL="228600" indent="0">
              <a:buNone/>
              <a:defRPr sz="600"/>
            </a:lvl2pPr>
            <a:lvl3pPr marL="457200" indent="0">
              <a:buNone/>
              <a:defRPr sz="500"/>
            </a:lvl3pPr>
            <a:lvl4pPr marL="685800" indent="0">
              <a:buNone/>
              <a:defRPr sz="450"/>
            </a:lvl4pPr>
            <a:lvl5pPr marL="914400" indent="0">
              <a:buNone/>
              <a:defRPr sz="450"/>
            </a:lvl5pPr>
            <a:lvl6pPr marL="1143000" indent="0">
              <a:buNone/>
              <a:defRPr sz="450"/>
            </a:lvl6pPr>
            <a:lvl7pPr marL="1371600" indent="0">
              <a:buNone/>
              <a:defRPr sz="450"/>
            </a:lvl7pPr>
            <a:lvl8pPr marL="1600200" indent="0">
              <a:buNone/>
              <a:defRPr sz="450"/>
            </a:lvl8pPr>
            <a:lvl9pPr marL="1828800" indent="0">
              <a:buNone/>
              <a:defRPr sz="45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07379700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62786655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314700" y="183092"/>
            <a:ext cx="1028700" cy="3901017"/>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228600" y="183092"/>
            <a:ext cx="3009900" cy="3901017"/>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06452915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42900" y="1420283"/>
            <a:ext cx="3886200" cy="980017"/>
          </a:xfrm>
        </p:spPr>
        <p:txBody>
          <a:bodyPr/>
          <a:lstStyle/>
          <a:p>
            <a:r>
              <a:rPr lang="en-US" smtClean="0"/>
              <a:t>Click to edit Master title style</a:t>
            </a:r>
            <a:endParaRPr lang="en-US"/>
          </a:p>
        </p:txBody>
      </p:sp>
      <p:sp>
        <p:nvSpPr>
          <p:cNvPr id="3" name="Subtitle 2"/>
          <p:cNvSpPr>
            <a:spLocks noGrp="1"/>
          </p:cNvSpPr>
          <p:nvPr>
            <p:ph type="subTitle" idx="1"/>
          </p:nvPr>
        </p:nvSpPr>
        <p:spPr>
          <a:xfrm>
            <a:off x="685800" y="2590800"/>
            <a:ext cx="3200400" cy="1168400"/>
          </a:xfrm>
        </p:spPr>
        <p:txBody>
          <a:bodyPr/>
          <a:lstStyle>
            <a:lvl1pPr marL="0" indent="0" algn="ctr">
              <a:buNone/>
              <a:defRPr>
                <a:solidFill>
                  <a:schemeClr val="tx1">
                    <a:tint val="75000"/>
                  </a:schemeClr>
                </a:solidFill>
              </a:defRPr>
            </a:lvl1pPr>
            <a:lvl2pPr marL="228600" indent="0" algn="ctr">
              <a:buNone/>
              <a:defRPr>
                <a:solidFill>
                  <a:schemeClr val="tx1">
                    <a:tint val="75000"/>
                  </a:schemeClr>
                </a:solidFill>
              </a:defRPr>
            </a:lvl2pPr>
            <a:lvl3pPr marL="457200" indent="0" algn="ctr">
              <a:buNone/>
              <a:defRPr>
                <a:solidFill>
                  <a:schemeClr val="tx1">
                    <a:tint val="75000"/>
                  </a:schemeClr>
                </a:solidFill>
              </a:defRPr>
            </a:lvl3pPr>
            <a:lvl4pPr marL="685800" indent="0" algn="ctr">
              <a:buNone/>
              <a:defRPr>
                <a:solidFill>
                  <a:schemeClr val="tx1">
                    <a:tint val="75000"/>
                  </a:schemeClr>
                </a:solidFill>
              </a:defRPr>
            </a:lvl4pPr>
            <a:lvl5pPr marL="914400" indent="0" algn="ctr">
              <a:buNone/>
              <a:defRPr>
                <a:solidFill>
                  <a:schemeClr val="tx1">
                    <a:tint val="75000"/>
                  </a:schemeClr>
                </a:solidFill>
              </a:defRPr>
            </a:lvl5pPr>
            <a:lvl6pPr marL="1143000" indent="0" algn="ctr">
              <a:buNone/>
              <a:defRPr>
                <a:solidFill>
                  <a:schemeClr val="tx1">
                    <a:tint val="75000"/>
                  </a:schemeClr>
                </a:solidFill>
              </a:defRPr>
            </a:lvl6pPr>
            <a:lvl7pPr marL="1371600" indent="0" algn="ctr">
              <a:buNone/>
              <a:defRPr>
                <a:solidFill>
                  <a:schemeClr val="tx1">
                    <a:tint val="75000"/>
                  </a:schemeClr>
                </a:solidFill>
              </a:defRPr>
            </a:lvl7pPr>
            <a:lvl8pPr marL="1600200" indent="0" algn="ctr">
              <a:buNone/>
              <a:defRPr>
                <a:solidFill>
                  <a:schemeClr val="tx1">
                    <a:tint val="75000"/>
                  </a:schemeClr>
                </a:solidFill>
              </a:defRPr>
            </a:lvl8pPr>
            <a:lvl9pPr marL="18288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81776180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37448382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61157" y="2937934"/>
            <a:ext cx="3886200" cy="908050"/>
          </a:xfrm>
        </p:spPr>
        <p:txBody>
          <a:bodyPr anchor="t"/>
          <a:lstStyle>
            <a:lvl1pPr algn="l">
              <a:defRPr sz="2000" b="1" cap="all"/>
            </a:lvl1pPr>
          </a:lstStyle>
          <a:p>
            <a:r>
              <a:rPr lang="en-US" smtClean="0"/>
              <a:t>Click to edit Master title style</a:t>
            </a:r>
            <a:endParaRPr lang="en-US"/>
          </a:p>
        </p:txBody>
      </p:sp>
      <p:sp>
        <p:nvSpPr>
          <p:cNvPr id="3" name="Text Placeholder 2"/>
          <p:cNvSpPr>
            <a:spLocks noGrp="1"/>
          </p:cNvSpPr>
          <p:nvPr>
            <p:ph type="body" idx="1"/>
          </p:nvPr>
        </p:nvSpPr>
        <p:spPr>
          <a:xfrm>
            <a:off x="361157" y="1937809"/>
            <a:ext cx="3886200" cy="1000125"/>
          </a:xfrm>
        </p:spPr>
        <p:txBody>
          <a:bodyPr anchor="b"/>
          <a:lstStyle>
            <a:lvl1pPr marL="0" indent="0">
              <a:buNone/>
              <a:defRPr sz="1000">
                <a:solidFill>
                  <a:schemeClr val="tx1">
                    <a:tint val="75000"/>
                  </a:schemeClr>
                </a:solidFill>
              </a:defRPr>
            </a:lvl1pPr>
            <a:lvl2pPr marL="228600" indent="0">
              <a:buNone/>
              <a:defRPr sz="900">
                <a:solidFill>
                  <a:schemeClr val="tx1">
                    <a:tint val="75000"/>
                  </a:schemeClr>
                </a:solidFill>
              </a:defRPr>
            </a:lvl2pPr>
            <a:lvl3pPr marL="457200" indent="0">
              <a:buNone/>
              <a:defRPr sz="800">
                <a:solidFill>
                  <a:schemeClr val="tx1">
                    <a:tint val="75000"/>
                  </a:schemeClr>
                </a:solidFill>
              </a:defRPr>
            </a:lvl3pPr>
            <a:lvl4pPr marL="685800" indent="0">
              <a:buNone/>
              <a:defRPr sz="700">
                <a:solidFill>
                  <a:schemeClr val="tx1">
                    <a:tint val="75000"/>
                  </a:schemeClr>
                </a:solidFill>
              </a:defRPr>
            </a:lvl4pPr>
            <a:lvl5pPr marL="914400" indent="0">
              <a:buNone/>
              <a:defRPr sz="700">
                <a:solidFill>
                  <a:schemeClr val="tx1">
                    <a:tint val="75000"/>
                  </a:schemeClr>
                </a:solidFill>
              </a:defRPr>
            </a:lvl5pPr>
            <a:lvl6pPr marL="1143000" indent="0">
              <a:buNone/>
              <a:defRPr sz="700">
                <a:solidFill>
                  <a:schemeClr val="tx1">
                    <a:tint val="75000"/>
                  </a:schemeClr>
                </a:solidFill>
              </a:defRPr>
            </a:lvl6pPr>
            <a:lvl7pPr marL="1371600" indent="0">
              <a:buNone/>
              <a:defRPr sz="700">
                <a:solidFill>
                  <a:schemeClr val="tx1">
                    <a:tint val="75000"/>
                  </a:schemeClr>
                </a:solidFill>
              </a:defRPr>
            </a:lvl7pPr>
            <a:lvl8pPr marL="1600200" indent="0">
              <a:buNone/>
              <a:defRPr sz="700">
                <a:solidFill>
                  <a:schemeClr val="tx1">
                    <a:tint val="75000"/>
                  </a:schemeClr>
                </a:solidFill>
              </a:defRPr>
            </a:lvl8pPr>
            <a:lvl9pPr marL="1828800" indent="0">
              <a:buNone/>
              <a:defRPr sz="7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31993501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228600" y="1066800"/>
            <a:ext cx="2019300" cy="3017309"/>
          </a:xfrm>
        </p:spPr>
        <p:txBody>
          <a:bodyPr/>
          <a:lstStyle>
            <a:lvl1pPr>
              <a:defRPr sz="1400"/>
            </a:lvl1pPr>
            <a:lvl2pPr>
              <a:defRPr sz="1200"/>
            </a:lvl2pPr>
            <a:lvl3pPr>
              <a:defRPr sz="1000"/>
            </a:lvl3pPr>
            <a:lvl4pPr>
              <a:defRPr sz="900"/>
            </a:lvl4pPr>
            <a:lvl5pPr>
              <a:defRPr sz="900"/>
            </a:lvl5pPr>
            <a:lvl6pPr>
              <a:defRPr sz="900"/>
            </a:lvl6pPr>
            <a:lvl7pPr>
              <a:defRPr sz="900"/>
            </a:lvl7pPr>
            <a:lvl8pPr>
              <a:defRPr sz="900"/>
            </a:lvl8pPr>
            <a:lvl9pPr>
              <a:defRPr sz="9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2324100" y="1066800"/>
            <a:ext cx="2019300" cy="3017309"/>
          </a:xfrm>
        </p:spPr>
        <p:txBody>
          <a:bodyPr/>
          <a:lstStyle>
            <a:lvl1pPr>
              <a:defRPr sz="1400"/>
            </a:lvl1pPr>
            <a:lvl2pPr>
              <a:defRPr sz="1200"/>
            </a:lvl2pPr>
            <a:lvl3pPr>
              <a:defRPr sz="1000"/>
            </a:lvl3pPr>
            <a:lvl4pPr>
              <a:defRPr sz="900"/>
            </a:lvl4pPr>
            <a:lvl5pPr>
              <a:defRPr sz="900"/>
            </a:lvl5pPr>
            <a:lvl6pPr>
              <a:defRPr sz="900"/>
            </a:lvl6pPr>
            <a:lvl7pPr>
              <a:defRPr sz="900"/>
            </a:lvl7pPr>
            <a:lvl8pPr>
              <a:defRPr sz="900"/>
            </a:lvl8pPr>
            <a:lvl9pPr>
              <a:defRPr sz="9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62853889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228600" y="1023409"/>
            <a:ext cx="2020094" cy="426508"/>
          </a:xfrm>
        </p:spPr>
        <p:txBody>
          <a:bodyPr anchor="b"/>
          <a:lstStyle>
            <a:lvl1pPr marL="0" indent="0">
              <a:buNone/>
              <a:defRPr sz="1200" b="1"/>
            </a:lvl1pPr>
            <a:lvl2pPr marL="228600" indent="0">
              <a:buNone/>
              <a:defRPr sz="1000" b="1"/>
            </a:lvl2pPr>
            <a:lvl3pPr marL="457200" indent="0">
              <a:buNone/>
              <a:defRPr sz="900" b="1"/>
            </a:lvl3pPr>
            <a:lvl4pPr marL="685800" indent="0">
              <a:buNone/>
              <a:defRPr sz="800" b="1"/>
            </a:lvl4pPr>
            <a:lvl5pPr marL="914400" indent="0">
              <a:buNone/>
              <a:defRPr sz="800" b="1"/>
            </a:lvl5pPr>
            <a:lvl6pPr marL="1143000" indent="0">
              <a:buNone/>
              <a:defRPr sz="800" b="1"/>
            </a:lvl6pPr>
            <a:lvl7pPr marL="1371600" indent="0">
              <a:buNone/>
              <a:defRPr sz="800" b="1"/>
            </a:lvl7pPr>
            <a:lvl8pPr marL="1600200" indent="0">
              <a:buNone/>
              <a:defRPr sz="800" b="1"/>
            </a:lvl8pPr>
            <a:lvl9pPr marL="1828800" indent="0">
              <a:buNone/>
              <a:defRPr sz="800" b="1"/>
            </a:lvl9pPr>
          </a:lstStyle>
          <a:p>
            <a:pPr lvl="0"/>
            <a:r>
              <a:rPr lang="en-US" smtClean="0"/>
              <a:t>Click to edit Master text styles</a:t>
            </a:r>
          </a:p>
        </p:txBody>
      </p:sp>
      <p:sp>
        <p:nvSpPr>
          <p:cNvPr id="4" name="Content Placeholder 3"/>
          <p:cNvSpPr>
            <a:spLocks noGrp="1"/>
          </p:cNvSpPr>
          <p:nvPr>
            <p:ph sz="half" idx="2"/>
          </p:nvPr>
        </p:nvSpPr>
        <p:spPr>
          <a:xfrm>
            <a:off x="228600" y="1449917"/>
            <a:ext cx="2020094" cy="2634192"/>
          </a:xfrm>
        </p:spPr>
        <p:txBody>
          <a:bodyPr/>
          <a:lstStyle>
            <a:lvl1pPr>
              <a:defRPr sz="1200"/>
            </a:lvl1pPr>
            <a:lvl2pPr>
              <a:defRPr sz="1000"/>
            </a:lvl2pPr>
            <a:lvl3pPr>
              <a:defRPr sz="900"/>
            </a:lvl3pPr>
            <a:lvl4pPr>
              <a:defRPr sz="800"/>
            </a:lvl4pPr>
            <a:lvl5pPr>
              <a:defRPr sz="800"/>
            </a:lvl5pPr>
            <a:lvl6pPr>
              <a:defRPr sz="800"/>
            </a:lvl6pPr>
            <a:lvl7pPr>
              <a:defRPr sz="800"/>
            </a:lvl7pPr>
            <a:lvl8pPr>
              <a:defRPr sz="800"/>
            </a:lvl8pPr>
            <a:lvl9pPr>
              <a:defRPr sz="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2322513" y="1023409"/>
            <a:ext cx="2020888" cy="426508"/>
          </a:xfrm>
        </p:spPr>
        <p:txBody>
          <a:bodyPr anchor="b"/>
          <a:lstStyle>
            <a:lvl1pPr marL="0" indent="0">
              <a:buNone/>
              <a:defRPr sz="1200" b="1"/>
            </a:lvl1pPr>
            <a:lvl2pPr marL="228600" indent="0">
              <a:buNone/>
              <a:defRPr sz="1000" b="1"/>
            </a:lvl2pPr>
            <a:lvl3pPr marL="457200" indent="0">
              <a:buNone/>
              <a:defRPr sz="900" b="1"/>
            </a:lvl3pPr>
            <a:lvl4pPr marL="685800" indent="0">
              <a:buNone/>
              <a:defRPr sz="800" b="1"/>
            </a:lvl4pPr>
            <a:lvl5pPr marL="914400" indent="0">
              <a:buNone/>
              <a:defRPr sz="800" b="1"/>
            </a:lvl5pPr>
            <a:lvl6pPr marL="1143000" indent="0">
              <a:buNone/>
              <a:defRPr sz="800" b="1"/>
            </a:lvl6pPr>
            <a:lvl7pPr marL="1371600" indent="0">
              <a:buNone/>
              <a:defRPr sz="800" b="1"/>
            </a:lvl7pPr>
            <a:lvl8pPr marL="1600200" indent="0">
              <a:buNone/>
              <a:defRPr sz="800" b="1"/>
            </a:lvl8pPr>
            <a:lvl9pPr marL="1828800" indent="0">
              <a:buNone/>
              <a:defRPr sz="800" b="1"/>
            </a:lvl9pPr>
          </a:lstStyle>
          <a:p>
            <a:pPr lvl="0"/>
            <a:r>
              <a:rPr lang="en-US" smtClean="0"/>
              <a:t>Click to edit Master text styles</a:t>
            </a:r>
          </a:p>
        </p:txBody>
      </p:sp>
      <p:sp>
        <p:nvSpPr>
          <p:cNvPr id="6" name="Content Placeholder 5"/>
          <p:cNvSpPr>
            <a:spLocks noGrp="1"/>
          </p:cNvSpPr>
          <p:nvPr>
            <p:ph sz="quarter" idx="4"/>
          </p:nvPr>
        </p:nvSpPr>
        <p:spPr>
          <a:xfrm>
            <a:off x="2322513" y="1449917"/>
            <a:ext cx="2020888" cy="2634192"/>
          </a:xfrm>
        </p:spPr>
        <p:txBody>
          <a:bodyPr/>
          <a:lstStyle>
            <a:lvl1pPr>
              <a:defRPr sz="1200"/>
            </a:lvl1pPr>
            <a:lvl2pPr>
              <a:defRPr sz="1000"/>
            </a:lvl2pPr>
            <a:lvl3pPr>
              <a:defRPr sz="900"/>
            </a:lvl3pPr>
            <a:lvl4pPr>
              <a:defRPr sz="800"/>
            </a:lvl4pPr>
            <a:lvl5pPr>
              <a:defRPr sz="800"/>
            </a:lvl5pPr>
            <a:lvl6pPr>
              <a:defRPr sz="800"/>
            </a:lvl6pPr>
            <a:lvl7pPr>
              <a:defRPr sz="800"/>
            </a:lvl7pPr>
            <a:lvl8pPr>
              <a:defRPr sz="800"/>
            </a:lvl8pPr>
            <a:lvl9pPr>
              <a:defRPr sz="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8" name="Footer Placeholder 7"/>
          <p:cNvSpPr>
            <a:spLocks noGrp="1"/>
          </p:cNvSpPr>
          <p:nvPr>
            <p:ph type="ftr" sz="quarter" idx="11"/>
          </p:nvPr>
        </p:nvSpPr>
        <p:spPr/>
        <p:txBody>
          <a:bodyPr/>
          <a:lstStyle/>
          <a:p>
            <a:endParaRPr lang="en-US">
              <a:solidFill>
                <a:prstClr val="black">
                  <a:tint val="75000"/>
                </a:prstClr>
              </a:solidFill>
            </a:endParaRPr>
          </a:p>
        </p:txBody>
      </p:sp>
      <p:sp>
        <p:nvSpPr>
          <p:cNvPr id="9" name="Slide Number Placeholder 8"/>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10981616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4" name="Footer Placeholder 3"/>
          <p:cNvSpPr>
            <a:spLocks noGrp="1"/>
          </p:cNvSpPr>
          <p:nvPr>
            <p:ph type="ftr" sz="quarter" idx="11"/>
          </p:nvPr>
        </p:nvSpPr>
        <p:spPr/>
        <p:txBody>
          <a:bodyPr/>
          <a:lstStyle/>
          <a:p>
            <a:endParaRPr lang="en-US">
              <a:solidFill>
                <a:prstClr val="black">
                  <a:tint val="75000"/>
                </a:prstClr>
              </a:solidFill>
            </a:endParaRPr>
          </a:p>
        </p:txBody>
      </p:sp>
      <p:sp>
        <p:nvSpPr>
          <p:cNvPr id="5" name="Slide Number Placeholder 4"/>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1522361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3" name="Footer Placeholder 2"/>
          <p:cNvSpPr>
            <a:spLocks noGrp="1"/>
          </p:cNvSpPr>
          <p:nvPr>
            <p:ph type="ftr" sz="quarter" idx="11"/>
          </p:nvPr>
        </p:nvSpPr>
        <p:spPr/>
        <p:txBody>
          <a:bodyPr/>
          <a:lstStyle/>
          <a:p>
            <a:endParaRPr lang="en-US">
              <a:solidFill>
                <a:prstClr val="black">
                  <a:tint val="75000"/>
                </a:prstClr>
              </a:solidFill>
            </a:endParaRPr>
          </a:p>
        </p:txBody>
      </p:sp>
      <p:sp>
        <p:nvSpPr>
          <p:cNvPr id="4" name="Slide Number Placeholder 3"/>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2166871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8600" y="182033"/>
            <a:ext cx="1504157" cy="774700"/>
          </a:xfrm>
        </p:spPr>
        <p:txBody>
          <a:bodyPr anchor="b"/>
          <a:lstStyle>
            <a:lvl1pPr algn="l">
              <a:defRPr sz="1000" b="1"/>
            </a:lvl1pPr>
          </a:lstStyle>
          <a:p>
            <a:r>
              <a:rPr lang="en-US" smtClean="0"/>
              <a:t>Click to edit Master title style</a:t>
            </a:r>
            <a:endParaRPr lang="en-US"/>
          </a:p>
        </p:txBody>
      </p:sp>
      <p:sp>
        <p:nvSpPr>
          <p:cNvPr id="3" name="Content Placeholder 2"/>
          <p:cNvSpPr>
            <a:spLocks noGrp="1"/>
          </p:cNvSpPr>
          <p:nvPr>
            <p:ph idx="1"/>
          </p:nvPr>
        </p:nvSpPr>
        <p:spPr>
          <a:xfrm>
            <a:off x="1787525" y="182034"/>
            <a:ext cx="2555875" cy="3902075"/>
          </a:xfrm>
        </p:spPr>
        <p:txBody>
          <a:bodyPr/>
          <a:lstStyle>
            <a:lvl1pPr>
              <a:defRPr sz="1600"/>
            </a:lvl1pPr>
            <a:lvl2pPr>
              <a:defRPr sz="1400"/>
            </a:lvl2pPr>
            <a:lvl3pPr>
              <a:defRPr sz="1200"/>
            </a:lvl3pPr>
            <a:lvl4pPr>
              <a:defRPr sz="1000"/>
            </a:lvl4pPr>
            <a:lvl5pPr>
              <a:defRPr sz="1000"/>
            </a:lvl5pPr>
            <a:lvl6pPr>
              <a:defRPr sz="1000"/>
            </a:lvl6pPr>
            <a:lvl7pPr>
              <a:defRPr sz="1000"/>
            </a:lvl7pPr>
            <a:lvl8pPr>
              <a:defRPr sz="1000"/>
            </a:lvl8pPr>
            <a:lvl9pPr>
              <a:defRPr sz="1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228600" y="956734"/>
            <a:ext cx="1504157" cy="3127375"/>
          </a:xfrm>
        </p:spPr>
        <p:txBody>
          <a:bodyPr/>
          <a:lstStyle>
            <a:lvl1pPr marL="0" indent="0">
              <a:buNone/>
              <a:defRPr sz="700"/>
            </a:lvl1pPr>
            <a:lvl2pPr marL="228600" indent="0">
              <a:buNone/>
              <a:defRPr sz="600"/>
            </a:lvl2pPr>
            <a:lvl3pPr marL="457200" indent="0">
              <a:buNone/>
              <a:defRPr sz="500"/>
            </a:lvl3pPr>
            <a:lvl4pPr marL="685800" indent="0">
              <a:buNone/>
              <a:defRPr sz="450"/>
            </a:lvl4pPr>
            <a:lvl5pPr marL="914400" indent="0">
              <a:buNone/>
              <a:defRPr sz="450"/>
            </a:lvl5pPr>
            <a:lvl6pPr marL="1143000" indent="0">
              <a:buNone/>
              <a:defRPr sz="450"/>
            </a:lvl6pPr>
            <a:lvl7pPr marL="1371600" indent="0">
              <a:buNone/>
              <a:defRPr sz="450"/>
            </a:lvl7pPr>
            <a:lvl8pPr marL="1600200" indent="0">
              <a:buNone/>
              <a:defRPr sz="450"/>
            </a:lvl8pPr>
            <a:lvl9pPr marL="1828800" indent="0">
              <a:buNone/>
              <a:defRPr sz="45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63737612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96144" y="3200400"/>
            <a:ext cx="2743200" cy="377825"/>
          </a:xfrm>
        </p:spPr>
        <p:txBody>
          <a:bodyPr anchor="b"/>
          <a:lstStyle>
            <a:lvl1pPr algn="l">
              <a:defRPr sz="1000" b="1"/>
            </a:lvl1pPr>
          </a:lstStyle>
          <a:p>
            <a:r>
              <a:rPr lang="en-US" smtClean="0"/>
              <a:t>Click to edit Master title style</a:t>
            </a:r>
            <a:endParaRPr lang="en-US"/>
          </a:p>
        </p:txBody>
      </p:sp>
      <p:sp>
        <p:nvSpPr>
          <p:cNvPr id="3" name="Picture Placeholder 2"/>
          <p:cNvSpPr>
            <a:spLocks noGrp="1"/>
          </p:cNvSpPr>
          <p:nvPr>
            <p:ph type="pic" idx="1"/>
          </p:nvPr>
        </p:nvSpPr>
        <p:spPr>
          <a:xfrm>
            <a:off x="896144" y="408517"/>
            <a:ext cx="2743200" cy="2743200"/>
          </a:xfrm>
        </p:spPr>
        <p:txBody>
          <a:bodyPr/>
          <a:lstStyle>
            <a:lvl1pPr marL="0" indent="0">
              <a:buNone/>
              <a:defRPr sz="1600"/>
            </a:lvl1pPr>
            <a:lvl2pPr marL="228600" indent="0">
              <a:buNone/>
              <a:defRPr sz="1400"/>
            </a:lvl2pPr>
            <a:lvl3pPr marL="457200" indent="0">
              <a:buNone/>
              <a:defRPr sz="1200"/>
            </a:lvl3pPr>
            <a:lvl4pPr marL="685800" indent="0">
              <a:buNone/>
              <a:defRPr sz="1000"/>
            </a:lvl4pPr>
            <a:lvl5pPr marL="914400" indent="0">
              <a:buNone/>
              <a:defRPr sz="1000"/>
            </a:lvl5pPr>
            <a:lvl6pPr marL="1143000" indent="0">
              <a:buNone/>
              <a:defRPr sz="1000"/>
            </a:lvl6pPr>
            <a:lvl7pPr marL="1371600" indent="0">
              <a:buNone/>
              <a:defRPr sz="1000"/>
            </a:lvl7pPr>
            <a:lvl8pPr marL="1600200" indent="0">
              <a:buNone/>
              <a:defRPr sz="1000"/>
            </a:lvl8pPr>
            <a:lvl9pPr marL="1828800" indent="0">
              <a:buNone/>
              <a:defRPr sz="1000"/>
            </a:lvl9pPr>
          </a:lstStyle>
          <a:p>
            <a:endParaRPr lang="en-US"/>
          </a:p>
        </p:txBody>
      </p:sp>
      <p:sp>
        <p:nvSpPr>
          <p:cNvPr id="4" name="Text Placeholder 3"/>
          <p:cNvSpPr>
            <a:spLocks noGrp="1"/>
          </p:cNvSpPr>
          <p:nvPr>
            <p:ph type="body" sz="half" idx="2"/>
          </p:nvPr>
        </p:nvSpPr>
        <p:spPr>
          <a:xfrm>
            <a:off x="896144" y="3578225"/>
            <a:ext cx="2743200" cy="536575"/>
          </a:xfrm>
        </p:spPr>
        <p:txBody>
          <a:bodyPr/>
          <a:lstStyle>
            <a:lvl1pPr marL="0" indent="0">
              <a:buNone/>
              <a:defRPr sz="700"/>
            </a:lvl1pPr>
            <a:lvl2pPr marL="228600" indent="0">
              <a:buNone/>
              <a:defRPr sz="600"/>
            </a:lvl2pPr>
            <a:lvl3pPr marL="457200" indent="0">
              <a:buNone/>
              <a:defRPr sz="500"/>
            </a:lvl3pPr>
            <a:lvl4pPr marL="685800" indent="0">
              <a:buNone/>
              <a:defRPr sz="450"/>
            </a:lvl4pPr>
            <a:lvl5pPr marL="914400" indent="0">
              <a:buNone/>
              <a:defRPr sz="450"/>
            </a:lvl5pPr>
            <a:lvl6pPr marL="1143000" indent="0">
              <a:buNone/>
              <a:defRPr sz="450"/>
            </a:lvl6pPr>
            <a:lvl7pPr marL="1371600" indent="0">
              <a:buNone/>
              <a:defRPr sz="450"/>
            </a:lvl7pPr>
            <a:lvl8pPr marL="1600200" indent="0">
              <a:buNone/>
              <a:defRPr sz="450"/>
            </a:lvl8pPr>
            <a:lvl9pPr marL="1828800" indent="0">
              <a:buNone/>
              <a:defRPr sz="45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06178748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85793897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314700" y="183092"/>
            <a:ext cx="1028700" cy="3901017"/>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228600" y="183092"/>
            <a:ext cx="3009900" cy="3901017"/>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4174681458"/>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42900" y="1420283"/>
            <a:ext cx="3886200" cy="980017"/>
          </a:xfrm>
        </p:spPr>
        <p:txBody>
          <a:bodyPr/>
          <a:lstStyle/>
          <a:p>
            <a:r>
              <a:rPr lang="en-US" smtClean="0"/>
              <a:t>Click to edit Master title style</a:t>
            </a:r>
            <a:endParaRPr lang="en-US"/>
          </a:p>
        </p:txBody>
      </p:sp>
      <p:sp>
        <p:nvSpPr>
          <p:cNvPr id="3" name="Subtitle 2"/>
          <p:cNvSpPr>
            <a:spLocks noGrp="1"/>
          </p:cNvSpPr>
          <p:nvPr>
            <p:ph type="subTitle" idx="1"/>
          </p:nvPr>
        </p:nvSpPr>
        <p:spPr>
          <a:xfrm>
            <a:off x="685800" y="2590800"/>
            <a:ext cx="3200400" cy="1168400"/>
          </a:xfrm>
        </p:spPr>
        <p:txBody>
          <a:bodyPr/>
          <a:lstStyle>
            <a:lvl1pPr marL="0" indent="0" algn="ctr">
              <a:buNone/>
              <a:defRPr>
                <a:solidFill>
                  <a:schemeClr val="tx1">
                    <a:tint val="75000"/>
                  </a:schemeClr>
                </a:solidFill>
              </a:defRPr>
            </a:lvl1pPr>
            <a:lvl2pPr marL="228600" indent="0" algn="ctr">
              <a:buNone/>
              <a:defRPr>
                <a:solidFill>
                  <a:schemeClr val="tx1">
                    <a:tint val="75000"/>
                  </a:schemeClr>
                </a:solidFill>
              </a:defRPr>
            </a:lvl2pPr>
            <a:lvl3pPr marL="457200" indent="0" algn="ctr">
              <a:buNone/>
              <a:defRPr>
                <a:solidFill>
                  <a:schemeClr val="tx1">
                    <a:tint val="75000"/>
                  </a:schemeClr>
                </a:solidFill>
              </a:defRPr>
            </a:lvl3pPr>
            <a:lvl4pPr marL="685800" indent="0" algn="ctr">
              <a:buNone/>
              <a:defRPr>
                <a:solidFill>
                  <a:schemeClr val="tx1">
                    <a:tint val="75000"/>
                  </a:schemeClr>
                </a:solidFill>
              </a:defRPr>
            </a:lvl4pPr>
            <a:lvl5pPr marL="914400" indent="0" algn="ctr">
              <a:buNone/>
              <a:defRPr>
                <a:solidFill>
                  <a:schemeClr val="tx1">
                    <a:tint val="75000"/>
                  </a:schemeClr>
                </a:solidFill>
              </a:defRPr>
            </a:lvl5pPr>
            <a:lvl6pPr marL="1143000" indent="0" algn="ctr">
              <a:buNone/>
              <a:defRPr>
                <a:solidFill>
                  <a:schemeClr val="tx1">
                    <a:tint val="75000"/>
                  </a:schemeClr>
                </a:solidFill>
              </a:defRPr>
            </a:lvl6pPr>
            <a:lvl7pPr marL="1371600" indent="0" algn="ctr">
              <a:buNone/>
              <a:defRPr>
                <a:solidFill>
                  <a:schemeClr val="tx1">
                    <a:tint val="75000"/>
                  </a:schemeClr>
                </a:solidFill>
              </a:defRPr>
            </a:lvl7pPr>
            <a:lvl8pPr marL="1600200" indent="0" algn="ctr">
              <a:buNone/>
              <a:defRPr>
                <a:solidFill>
                  <a:schemeClr val="tx1">
                    <a:tint val="75000"/>
                  </a:schemeClr>
                </a:solidFill>
              </a:defRPr>
            </a:lvl8pPr>
            <a:lvl9pPr marL="18288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88984388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34025939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61157" y="2937934"/>
            <a:ext cx="3886200" cy="908050"/>
          </a:xfrm>
        </p:spPr>
        <p:txBody>
          <a:bodyPr anchor="t"/>
          <a:lstStyle>
            <a:lvl1pPr algn="l">
              <a:defRPr sz="2000" b="1" cap="all"/>
            </a:lvl1pPr>
          </a:lstStyle>
          <a:p>
            <a:r>
              <a:rPr lang="en-US" smtClean="0"/>
              <a:t>Click to edit Master title style</a:t>
            </a:r>
            <a:endParaRPr lang="en-US"/>
          </a:p>
        </p:txBody>
      </p:sp>
      <p:sp>
        <p:nvSpPr>
          <p:cNvPr id="3" name="Text Placeholder 2"/>
          <p:cNvSpPr>
            <a:spLocks noGrp="1"/>
          </p:cNvSpPr>
          <p:nvPr>
            <p:ph type="body" idx="1"/>
          </p:nvPr>
        </p:nvSpPr>
        <p:spPr>
          <a:xfrm>
            <a:off x="361157" y="1937809"/>
            <a:ext cx="3886200" cy="1000125"/>
          </a:xfrm>
        </p:spPr>
        <p:txBody>
          <a:bodyPr anchor="b"/>
          <a:lstStyle>
            <a:lvl1pPr marL="0" indent="0">
              <a:buNone/>
              <a:defRPr sz="1000">
                <a:solidFill>
                  <a:schemeClr val="tx1">
                    <a:tint val="75000"/>
                  </a:schemeClr>
                </a:solidFill>
              </a:defRPr>
            </a:lvl1pPr>
            <a:lvl2pPr marL="228600" indent="0">
              <a:buNone/>
              <a:defRPr sz="900">
                <a:solidFill>
                  <a:schemeClr val="tx1">
                    <a:tint val="75000"/>
                  </a:schemeClr>
                </a:solidFill>
              </a:defRPr>
            </a:lvl2pPr>
            <a:lvl3pPr marL="457200" indent="0">
              <a:buNone/>
              <a:defRPr sz="800">
                <a:solidFill>
                  <a:schemeClr val="tx1">
                    <a:tint val="75000"/>
                  </a:schemeClr>
                </a:solidFill>
              </a:defRPr>
            </a:lvl3pPr>
            <a:lvl4pPr marL="685800" indent="0">
              <a:buNone/>
              <a:defRPr sz="700">
                <a:solidFill>
                  <a:schemeClr val="tx1">
                    <a:tint val="75000"/>
                  </a:schemeClr>
                </a:solidFill>
              </a:defRPr>
            </a:lvl4pPr>
            <a:lvl5pPr marL="914400" indent="0">
              <a:buNone/>
              <a:defRPr sz="700">
                <a:solidFill>
                  <a:schemeClr val="tx1">
                    <a:tint val="75000"/>
                  </a:schemeClr>
                </a:solidFill>
              </a:defRPr>
            </a:lvl5pPr>
            <a:lvl6pPr marL="1143000" indent="0">
              <a:buNone/>
              <a:defRPr sz="700">
                <a:solidFill>
                  <a:schemeClr val="tx1">
                    <a:tint val="75000"/>
                  </a:schemeClr>
                </a:solidFill>
              </a:defRPr>
            </a:lvl6pPr>
            <a:lvl7pPr marL="1371600" indent="0">
              <a:buNone/>
              <a:defRPr sz="700">
                <a:solidFill>
                  <a:schemeClr val="tx1">
                    <a:tint val="75000"/>
                  </a:schemeClr>
                </a:solidFill>
              </a:defRPr>
            </a:lvl7pPr>
            <a:lvl8pPr marL="1600200" indent="0">
              <a:buNone/>
              <a:defRPr sz="700">
                <a:solidFill>
                  <a:schemeClr val="tx1">
                    <a:tint val="75000"/>
                  </a:schemeClr>
                </a:solidFill>
              </a:defRPr>
            </a:lvl8pPr>
            <a:lvl9pPr marL="1828800" indent="0">
              <a:buNone/>
              <a:defRPr sz="7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64819203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228600" y="1066800"/>
            <a:ext cx="2019300" cy="3017309"/>
          </a:xfrm>
        </p:spPr>
        <p:txBody>
          <a:bodyPr/>
          <a:lstStyle>
            <a:lvl1pPr>
              <a:defRPr sz="1400"/>
            </a:lvl1pPr>
            <a:lvl2pPr>
              <a:defRPr sz="1200"/>
            </a:lvl2pPr>
            <a:lvl3pPr>
              <a:defRPr sz="1000"/>
            </a:lvl3pPr>
            <a:lvl4pPr>
              <a:defRPr sz="900"/>
            </a:lvl4pPr>
            <a:lvl5pPr>
              <a:defRPr sz="900"/>
            </a:lvl5pPr>
            <a:lvl6pPr>
              <a:defRPr sz="900"/>
            </a:lvl6pPr>
            <a:lvl7pPr>
              <a:defRPr sz="900"/>
            </a:lvl7pPr>
            <a:lvl8pPr>
              <a:defRPr sz="900"/>
            </a:lvl8pPr>
            <a:lvl9pPr>
              <a:defRPr sz="9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2324100" y="1066800"/>
            <a:ext cx="2019300" cy="3017309"/>
          </a:xfrm>
        </p:spPr>
        <p:txBody>
          <a:bodyPr/>
          <a:lstStyle>
            <a:lvl1pPr>
              <a:defRPr sz="1400"/>
            </a:lvl1pPr>
            <a:lvl2pPr>
              <a:defRPr sz="1200"/>
            </a:lvl2pPr>
            <a:lvl3pPr>
              <a:defRPr sz="1000"/>
            </a:lvl3pPr>
            <a:lvl4pPr>
              <a:defRPr sz="900"/>
            </a:lvl4pPr>
            <a:lvl5pPr>
              <a:defRPr sz="900"/>
            </a:lvl5pPr>
            <a:lvl6pPr>
              <a:defRPr sz="900"/>
            </a:lvl6pPr>
            <a:lvl7pPr>
              <a:defRPr sz="900"/>
            </a:lvl7pPr>
            <a:lvl8pPr>
              <a:defRPr sz="900"/>
            </a:lvl8pPr>
            <a:lvl9pPr>
              <a:defRPr sz="9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615713721"/>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228600" y="1023409"/>
            <a:ext cx="2020094" cy="426508"/>
          </a:xfrm>
        </p:spPr>
        <p:txBody>
          <a:bodyPr anchor="b"/>
          <a:lstStyle>
            <a:lvl1pPr marL="0" indent="0">
              <a:buNone/>
              <a:defRPr sz="1200" b="1"/>
            </a:lvl1pPr>
            <a:lvl2pPr marL="228600" indent="0">
              <a:buNone/>
              <a:defRPr sz="1000" b="1"/>
            </a:lvl2pPr>
            <a:lvl3pPr marL="457200" indent="0">
              <a:buNone/>
              <a:defRPr sz="900" b="1"/>
            </a:lvl3pPr>
            <a:lvl4pPr marL="685800" indent="0">
              <a:buNone/>
              <a:defRPr sz="800" b="1"/>
            </a:lvl4pPr>
            <a:lvl5pPr marL="914400" indent="0">
              <a:buNone/>
              <a:defRPr sz="800" b="1"/>
            </a:lvl5pPr>
            <a:lvl6pPr marL="1143000" indent="0">
              <a:buNone/>
              <a:defRPr sz="800" b="1"/>
            </a:lvl6pPr>
            <a:lvl7pPr marL="1371600" indent="0">
              <a:buNone/>
              <a:defRPr sz="800" b="1"/>
            </a:lvl7pPr>
            <a:lvl8pPr marL="1600200" indent="0">
              <a:buNone/>
              <a:defRPr sz="800" b="1"/>
            </a:lvl8pPr>
            <a:lvl9pPr marL="1828800" indent="0">
              <a:buNone/>
              <a:defRPr sz="800" b="1"/>
            </a:lvl9pPr>
          </a:lstStyle>
          <a:p>
            <a:pPr lvl="0"/>
            <a:r>
              <a:rPr lang="en-US" smtClean="0"/>
              <a:t>Click to edit Master text styles</a:t>
            </a:r>
          </a:p>
        </p:txBody>
      </p:sp>
      <p:sp>
        <p:nvSpPr>
          <p:cNvPr id="4" name="Content Placeholder 3"/>
          <p:cNvSpPr>
            <a:spLocks noGrp="1"/>
          </p:cNvSpPr>
          <p:nvPr>
            <p:ph sz="half" idx="2"/>
          </p:nvPr>
        </p:nvSpPr>
        <p:spPr>
          <a:xfrm>
            <a:off x="228600" y="1449917"/>
            <a:ext cx="2020094" cy="2634192"/>
          </a:xfrm>
        </p:spPr>
        <p:txBody>
          <a:bodyPr/>
          <a:lstStyle>
            <a:lvl1pPr>
              <a:defRPr sz="1200"/>
            </a:lvl1pPr>
            <a:lvl2pPr>
              <a:defRPr sz="1000"/>
            </a:lvl2pPr>
            <a:lvl3pPr>
              <a:defRPr sz="900"/>
            </a:lvl3pPr>
            <a:lvl4pPr>
              <a:defRPr sz="800"/>
            </a:lvl4pPr>
            <a:lvl5pPr>
              <a:defRPr sz="800"/>
            </a:lvl5pPr>
            <a:lvl6pPr>
              <a:defRPr sz="800"/>
            </a:lvl6pPr>
            <a:lvl7pPr>
              <a:defRPr sz="800"/>
            </a:lvl7pPr>
            <a:lvl8pPr>
              <a:defRPr sz="800"/>
            </a:lvl8pPr>
            <a:lvl9pPr>
              <a:defRPr sz="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2322513" y="1023409"/>
            <a:ext cx="2020888" cy="426508"/>
          </a:xfrm>
        </p:spPr>
        <p:txBody>
          <a:bodyPr anchor="b"/>
          <a:lstStyle>
            <a:lvl1pPr marL="0" indent="0">
              <a:buNone/>
              <a:defRPr sz="1200" b="1"/>
            </a:lvl1pPr>
            <a:lvl2pPr marL="228600" indent="0">
              <a:buNone/>
              <a:defRPr sz="1000" b="1"/>
            </a:lvl2pPr>
            <a:lvl3pPr marL="457200" indent="0">
              <a:buNone/>
              <a:defRPr sz="900" b="1"/>
            </a:lvl3pPr>
            <a:lvl4pPr marL="685800" indent="0">
              <a:buNone/>
              <a:defRPr sz="800" b="1"/>
            </a:lvl4pPr>
            <a:lvl5pPr marL="914400" indent="0">
              <a:buNone/>
              <a:defRPr sz="800" b="1"/>
            </a:lvl5pPr>
            <a:lvl6pPr marL="1143000" indent="0">
              <a:buNone/>
              <a:defRPr sz="800" b="1"/>
            </a:lvl6pPr>
            <a:lvl7pPr marL="1371600" indent="0">
              <a:buNone/>
              <a:defRPr sz="800" b="1"/>
            </a:lvl7pPr>
            <a:lvl8pPr marL="1600200" indent="0">
              <a:buNone/>
              <a:defRPr sz="800" b="1"/>
            </a:lvl8pPr>
            <a:lvl9pPr marL="1828800" indent="0">
              <a:buNone/>
              <a:defRPr sz="800" b="1"/>
            </a:lvl9pPr>
          </a:lstStyle>
          <a:p>
            <a:pPr lvl="0"/>
            <a:r>
              <a:rPr lang="en-US" smtClean="0"/>
              <a:t>Click to edit Master text styles</a:t>
            </a:r>
          </a:p>
        </p:txBody>
      </p:sp>
      <p:sp>
        <p:nvSpPr>
          <p:cNvPr id="6" name="Content Placeholder 5"/>
          <p:cNvSpPr>
            <a:spLocks noGrp="1"/>
          </p:cNvSpPr>
          <p:nvPr>
            <p:ph sz="quarter" idx="4"/>
          </p:nvPr>
        </p:nvSpPr>
        <p:spPr>
          <a:xfrm>
            <a:off x="2322513" y="1449917"/>
            <a:ext cx="2020888" cy="2634192"/>
          </a:xfrm>
        </p:spPr>
        <p:txBody>
          <a:bodyPr/>
          <a:lstStyle>
            <a:lvl1pPr>
              <a:defRPr sz="1200"/>
            </a:lvl1pPr>
            <a:lvl2pPr>
              <a:defRPr sz="1000"/>
            </a:lvl2pPr>
            <a:lvl3pPr>
              <a:defRPr sz="900"/>
            </a:lvl3pPr>
            <a:lvl4pPr>
              <a:defRPr sz="800"/>
            </a:lvl4pPr>
            <a:lvl5pPr>
              <a:defRPr sz="800"/>
            </a:lvl5pPr>
            <a:lvl6pPr>
              <a:defRPr sz="800"/>
            </a:lvl6pPr>
            <a:lvl7pPr>
              <a:defRPr sz="800"/>
            </a:lvl7pPr>
            <a:lvl8pPr>
              <a:defRPr sz="800"/>
            </a:lvl8pPr>
            <a:lvl9pPr>
              <a:defRPr sz="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8" name="Footer Placeholder 7"/>
          <p:cNvSpPr>
            <a:spLocks noGrp="1"/>
          </p:cNvSpPr>
          <p:nvPr>
            <p:ph type="ftr" sz="quarter" idx="11"/>
          </p:nvPr>
        </p:nvSpPr>
        <p:spPr/>
        <p:txBody>
          <a:bodyPr/>
          <a:lstStyle/>
          <a:p>
            <a:endParaRPr lang="en-US">
              <a:solidFill>
                <a:prstClr val="black">
                  <a:tint val="75000"/>
                </a:prstClr>
              </a:solidFill>
            </a:endParaRPr>
          </a:p>
        </p:txBody>
      </p:sp>
      <p:sp>
        <p:nvSpPr>
          <p:cNvPr id="9" name="Slide Number Placeholder 8"/>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838845044"/>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4" name="Footer Placeholder 3"/>
          <p:cNvSpPr>
            <a:spLocks noGrp="1"/>
          </p:cNvSpPr>
          <p:nvPr>
            <p:ph type="ftr" sz="quarter" idx="11"/>
          </p:nvPr>
        </p:nvSpPr>
        <p:spPr/>
        <p:txBody>
          <a:bodyPr/>
          <a:lstStyle/>
          <a:p>
            <a:endParaRPr lang="en-US">
              <a:solidFill>
                <a:prstClr val="black">
                  <a:tint val="75000"/>
                </a:prstClr>
              </a:solidFill>
            </a:endParaRPr>
          </a:p>
        </p:txBody>
      </p:sp>
      <p:sp>
        <p:nvSpPr>
          <p:cNvPr id="5" name="Slide Number Placeholder 4"/>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73937447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3" name="Footer Placeholder 2"/>
          <p:cNvSpPr>
            <a:spLocks noGrp="1"/>
          </p:cNvSpPr>
          <p:nvPr>
            <p:ph type="ftr" sz="quarter" idx="11"/>
          </p:nvPr>
        </p:nvSpPr>
        <p:spPr/>
        <p:txBody>
          <a:bodyPr/>
          <a:lstStyle/>
          <a:p>
            <a:endParaRPr lang="en-US">
              <a:solidFill>
                <a:prstClr val="black">
                  <a:tint val="75000"/>
                </a:prstClr>
              </a:solidFill>
            </a:endParaRPr>
          </a:p>
        </p:txBody>
      </p:sp>
      <p:sp>
        <p:nvSpPr>
          <p:cNvPr id="4" name="Slide Number Placeholder 3"/>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00492057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8600" y="182033"/>
            <a:ext cx="1504157" cy="774700"/>
          </a:xfrm>
        </p:spPr>
        <p:txBody>
          <a:bodyPr anchor="b"/>
          <a:lstStyle>
            <a:lvl1pPr algn="l">
              <a:defRPr sz="1000" b="1"/>
            </a:lvl1pPr>
          </a:lstStyle>
          <a:p>
            <a:r>
              <a:rPr lang="en-US" smtClean="0"/>
              <a:t>Click to edit Master title style</a:t>
            </a:r>
            <a:endParaRPr lang="en-US"/>
          </a:p>
        </p:txBody>
      </p:sp>
      <p:sp>
        <p:nvSpPr>
          <p:cNvPr id="3" name="Content Placeholder 2"/>
          <p:cNvSpPr>
            <a:spLocks noGrp="1"/>
          </p:cNvSpPr>
          <p:nvPr>
            <p:ph idx="1"/>
          </p:nvPr>
        </p:nvSpPr>
        <p:spPr>
          <a:xfrm>
            <a:off x="1787525" y="182034"/>
            <a:ext cx="2555875" cy="3902075"/>
          </a:xfrm>
        </p:spPr>
        <p:txBody>
          <a:bodyPr/>
          <a:lstStyle>
            <a:lvl1pPr>
              <a:defRPr sz="1600"/>
            </a:lvl1pPr>
            <a:lvl2pPr>
              <a:defRPr sz="1400"/>
            </a:lvl2pPr>
            <a:lvl3pPr>
              <a:defRPr sz="1200"/>
            </a:lvl3pPr>
            <a:lvl4pPr>
              <a:defRPr sz="1000"/>
            </a:lvl4pPr>
            <a:lvl5pPr>
              <a:defRPr sz="1000"/>
            </a:lvl5pPr>
            <a:lvl6pPr>
              <a:defRPr sz="1000"/>
            </a:lvl6pPr>
            <a:lvl7pPr>
              <a:defRPr sz="1000"/>
            </a:lvl7pPr>
            <a:lvl8pPr>
              <a:defRPr sz="1000"/>
            </a:lvl8pPr>
            <a:lvl9pPr>
              <a:defRPr sz="1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228600" y="956734"/>
            <a:ext cx="1504157" cy="3127375"/>
          </a:xfrm>
        </p:spPr>
        <p:txBody>
          <a:bodyPr/>
          <a:lstStyle>
            <a:lvl1pPr marL="0" indent="0">
              <a:buNone/>
              <a:defRPr sz="700"/>
            </a:lvl1pPr>
            <a:lvl2pPr marL="228600" indent="0">
              <a:buNone/>
              <a:defRPr sz="600"/>
            </a:lvl2pPr>
            <a:lvl3pPr marL="457200" indent="0">
              <a:buNone/>
              <a:defRPr sz="500"/>
            </a:lvl3pPr>
            <a:lvl4pPr marL="685800" indent="0">
              <a:buNone/>
              <a:defRPr sz="450"/>
            </a:lvl4pPr>
            <a:lvl5pPr marL="914400" indent="0">
              <a:buNone/>
              <a:defRPr sz="450"/>
            </a:lvl5pPr>
            <a:lvl6pPr marL="1143000" indent="0">
              <a:buNone/>
              <a:defRPr sz="450"/>
            </a:lvl6pPr>
            <a:lvl7pPr marL="1371600" indent="0">
              <a:buNone/>
              <a:defRPr sz="450"/>
            </a:lvl7pPr>
            <a:lvl8pPr marL="1600200" indent="0">
              <a:buNone/>
              <a:defRPr sz="450"/>
            </a:lvl8pPr>
            <a:lvl9pPr marL="1828800" indent="0">
              <a:buNone/>
              <a:defRPr sz="45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10492014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96144" y="3200400"/>
            <a:ext cx="2743200" cy="377825"/>
          </a:xfrm>
        </p:spPr>
        <p:txBody>
          <a:bodyPr anchor="b"/>
          <a:lstStyle>
            <a:lvl1pPr algn="l">
              <a:defRPr sz="1000" b="1"/>
            </a:lvl1pPr>
          </a:lstStyle>
          <a:p>
            <a:r>
              <a:rPr lang="en-US" smtClean="0"/>
              <a:t>Click to edit Master title style</a:t>
            </a:r>
            <a:endParaRPr lang="en-US"/>
          </a:p>
        </p:txBody>
      </p:sp>
      <p:sp>
        <p:nvSpPr>
          <p:cNvPr id="3" name="Picture Placeholder 2"/>
          <p:cNvSpPr>
            <a:spLocks noGrp="1"/>
          </p:cNvSpPr>
          <p:nvPr>
            <p:ph type="pic" idx="1"/>
          </p:nvPr>
        </p:nvSpPr>
        <p:spPr>
          <a:xfrm>
            <a:off x="896144" y="408517"/>
            <a:ext cx="2743200" cy="2743200"/>
          </a:xfrm>
        </p:spPr>
        <p:txBody>
          <a:bodyPr/>
          <a:lstStyle>
            <a:lvl1pPr marL="0" indent="0">
              <a:buNone/>
              <a:defRPr sz="1600"/>
            </a:lvl1pPr>
            <a:lvl2pPr marL="228600" indent="0">
              <a:buNone/>
              <a:defRPr sz="1400"/>
            </a:lvl2pPr>
            <a:lvl3pPr marL="457200" indent="0">
              <a:buNone/>
              <a:defRPr sz="1200"/>
            </a:lvl3pPr>
            <a:lvl4pPr marL="685800" indent="0">
              <a:buNone/>
              <a:defRPr sz="1000"/>
            </a:lvl4pPr>
            <a:lvl5pPr marL="914400" indent="0">
              <a:buNone/>
              <a:defRPr sz="1000"/>
            </a:lvl5pPr>
            <a:lvl6pPr marL="1143000" indent="0">
              <a:buNone/>
              <a:defRPr sz="1000"/>
            </a:lvl6pPr>
            <a:lvl7pPr marL="1371600" indent="0">
              <a:buNone/>
              <a:defRPr sz="1000"/>
            </a:lvl7pPr>
            <a:lvl8pPr marL="1600200" indent="0">
              <a:buNone/>
              <a:defRPr sz="1000"/>
            </a:lvl8pPr>
            <a:lvl9pPr marL="1828800" indent="0">
              <a:buNone/>
              <a:defRPr sz="1000"/>
            </a:lvl9pPr>
          </a:lstStyle>
          <a:p>
            <a:endParaRPr lang="en-US"/>
          </a:p>
        </p:txBody>
      </p:sp>
      <p:sp>
        <p:nvSpPr>
          <p:cNvPr id="4" name="Text Placeholder 3"/>
          <p:cNvSpPr>
            <a:spLocks noGrp="1"/>
          </p:cNvSpPr>
          <p:nvPr>
            <p:ph type="body" sz="half" idx="2"/>
          </p:nvPr>
        </p:nvSpPr>
        <p:spPr>
          <a:xfrm>
            <a:off x="896144" y="3578225"/>
            <a:ext cx="2743200" cy="536575"/>
          </a:xfrm>
        </p:spPr>
        <p:txBody>
          <a:bodyPr/>
          <a:lstStyle>
            <a:lvl1pPr marL="0" indent="0">
              <a:buNone/>
              <a:defRPr sz="700"/>
            </a:lvl1pPr>
            <a:lvl2pPr marL="228600" indent="0">
              <a:buNone/>
              <a:defRPr sz="600"/>
            </a:lvl2pPr>
            <a:lvl3pPr marL="457200" indent="0">
              <a:buNone/>
              <a:defRPr sz="500"/>
            </a:lvl3pPr>
            <a:lvl4pPr marL="685800" indent="0">
              <a:buNone/>
              <a:defRPr sz="450"/>
            </a:lvl4pPr>
            <a:lvl5pPr marL="914400" indent="0">
              <a:buNone/>
              <a:defRPr sz="450"/>
            </a:lvl5pPr>
            <a:lvl6pPr marL="1143000" indent="0">
              <a:buNone/>
              <a:defRPr sz="450"/>
            </a:lvl6pPr>
            <a:lvl7pPr marL="1371600" indent="0">
              <a:buNone/>
              <a:defRPr sz="450"/>
            </a:lvl7pPr>
            <a:lvl8pPr marL="1600200" indent="0">
              <a:buNone/>
              <a:defRPr sz="450"/>
            </a:lvl8pPr>
            <a:lvl9pPr marL="1828800" indent="0">
              <a:buNone/>
              <a:defRPr sz="45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92213497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79657433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314700" y="183092"/>
            <a:ext cx="1028700" cy="3901017"/>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228600" y="183092"/>
            <a:ext cx="3009900" cy="3901017"/>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90570620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42900" y="1420283"/>
            <a:ext cx="3886200" cy="980017"/>
          </a:xfrm>
        </p:spPr>
        <p:txBody>
          <a:bodyPr/>
          <a:lstStyle/>
          <a:p>
            <a:r>
              <a:rPr lang="en-US" smtClean="0"/>
              <a:t>Click to edit Master title style</a:t>
            </a:r>
            <a:endParaRPr lang="en-US"/>
          </a:p>
        </p:txBody>
      </p:sp>
      <p:sp>
        <p:nvSpPr>
          <p:cNvPr id="3" name="Subtitle 2"/>
          <p:cNvSpPr>
            <a:spLocks noGrp="1"/>
          </p:cNvSpPr>
          <p:nvPr>
            <p:ph type="subTitle" idx="1"/>
          </p:nvPr>
        </p:nvSpPr>
        <p:spPr>
          <a:xfrm>
            <a:off x="685800" y="2590800"/>
            <a:ext cx="3200400" cy="1168400"/>
          </a:xfrm>
        </p:spPr>
        <p:txBody>
          <a:bodyPr/>
          <a:lstStyle>
            <a:lvl1pPr marL="0" indent="0" algn="ctr">
              <a:buNone/>
              <a:defRPr>
                <a:solidFill>
                  <a:schemeClr val="tx1">
                    <a:tint val="75000"/>
                  </a:schemeClr>
                </a:solidFill>
              </a:defRPr>
            </a:lvl1pPr>
            <a:lvl2pPr marL="228600" indent="0" algn="ctr">
              <a:buNone/>
              <a:defRPr>
                <a:solidFill>
                  <a:schemeClr val="tx1">
                    <a:tint val="75000"/>
                  </a:schemeClr>
                </a:solidFill>
              </a:defRPr>
            </a:lvl2pPr>
            <a:lvl3pPr marL="457200" indent="0" algn="ctr">
              <a:buNone/>
              <a:defRPr>
                <a:solidFill>
                  <a:schemeClr val="tx1">
                    <a:tint val="75000"/>
                  </a:schemeClr>
                </a:solidFill>
              </a:defRPr>
            </a:lvl3pPr>
            <a:lvl4pPr marL="685800" indent="0" algn="ctr">
              <a:buNone/>
              <a:defRPr>
                <a:solidFill>
                  <a:schemeClr val="tx1">
                    <a:tint val="75000"/>
                  </a:schemeClr>
                </a:solidFill>
              </a:defRPr>
            </a:lvl4pPr>
            <a:lvl5pPr marL="914400" indent="0" algn="ctr">
              <a:buNone/>
              <a:defRPr>
                <a:solidFill>
                  <a:schemeClr val="tx1">
                    <a:tint val="75000"/>
                  </a:schemeClr>
                </a:solidFill>
              </a:defRPr>
            </a:lvl5pPr>
            <a:lvl6pPr marL="1143000" indent="0" algn="ctr">
              <a:buNone/>
              <a:defRPr>
                <a:solidFill>
                  <a:schemeClr val="tx1">
                    <a:tint val="75000"/>
                  </a:schemeClr>
                </a:solidFill>
              </a:defRPr>
            </a:lvl6pPr>
            <a:lvl7pPr marL="1371600" indent="0" algn="ctr">
              <a:buNone/>
              <a:defRPr>
                <a:solidFill>
                  <a:schemeClr val="tx1">
                    <a:tint val="75000"/>
                  </a:schemeClr>
                </a:solidFill>
              </a:defRPr>
            </a:lvl7pPr>
            <a:lvl8pPr marL="1600200" indent="0" algn="ctr">
              <a:buNone/>
              <a:defRPr>
                <a:solidFill>
                  <a:schemeClr val="tx1">
                    <a:tint val="75000"/>
                  </a:schemeClr>
                </a:solidFill>
              </a:defRPr>
            </a:lvl8pPr>
            <a:lvl9pPr marL="18288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78013559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48132030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61157" y="2937934"/>
            <a:ext cx="3886200" cy="908050"/>
          </a:xfrm>
        </p:spPr>
        <p:txBody>
          <a:bodyPr anchor="t"/>
          <a:lstStyle>
            <a:lvl1pPr algn="l">
              <a:defRPr sz="2000" b="1" cap="all"/>
            </a:lvl1pPr>
          </a:lstStyle>
          <a:p>
            <a:r>
              <a:rPr lang="en-US" smtClean="0"/>
              <a:t>Click to edit Master title style</a:t>
            </a:r>
            <a:endParaRPr lang="en-US"/>
          </a:p>
        </p:txBody>
      </p:sp>
      <p:sp>
        <p:nvSpPr>
          <p:cNvPr id="3" name="Text Placeholder 2"/>
          <p:cNvSpPr>
            <a:spLocks noGrp="1"/>
          </p:cNvSpPr>
          <p:nvPr>
            <p:ph type="body" idx="1"/>
          </p:nvPr>
        </p:nvSpPr>
        <p:spPr>
          <a:xfrm>
            <a:off x="361157" y="1937809"/>
            <a:ext cx="3886200" cy="1000125"/>
          </a:xfrm>
        </p:spPr>
        <p:txBody>
          <a:bodyPr anchor="b"/>
          <a:lstStyle>
            <a:lvl1pPr marL="0" indent="0">
              <a:buNone/>
              <a:defRPr sz="1000">
                <a:solidFill>
                  <a:schemeClr val="tx1">
                    <a:tint val="75000"/>
                  </a:schemeClr>
                </a:solidFill>
              </a:defRPr>
            </a:lvl1pPr>
            <a:lvl2pPr marL="228600" indent="0">
              <a:buNone/>
              <a:defRPr sz="900">
                <a:solidFill>
                  <a:schemeClr val="tx1">
                    <a:tint val="75000"/>
                  </a:schemeClr>
                </a:solidFill>
              </a:defRPr>
            </a:lvl2pPr>
            <a:lvl3pPr marL="457200" indent="0">
              <a:buNone/>
              <a:defRPr sz="800">
                <a:solidFill>
                  <a:schemeClr val="tx1">
                    <a:tint val="75000"/>
                  </a:schemeClr>
                </a:solidFill>
              </a:defRPr>
            </a:lvl3pPr>
            <a:lvl4pPr marL="685800" indent="0">
              <a:buNone/>
              <a:defRPr sz="700">
                <a:solidFill>
                  <a:schemeClr val="tx1">
                    <a:tint val="75000"/>
                  </a:schemeClr>
                </a:solidFill>
              </a:defRPr>
            </a:lvl4pPr>
            <a:lvl5pPr marL="914400" indent="0">
              <a:buNone/>
              <a:defRPr sz="700">
                <a:solidFill>
                  <a:schemeClr val="tx1">
                    <a:tint val="75000"/>
                  </a:schemeClr>
                </a:solidFill>
              </a:defRPr>
            </a:lvl5pPr>
            <a:lvl6pPr marL="1143000" indent="0">
              <a:buNone/>
              <a:defRPr sz="700">
                <a:solidFill>
                  <a:schemeClr val="tx1">
                    <a:tint val="75000"/>
                  </a:schemeClr>
                </a:solidFill>
              </a:defRPr>
            </a:lvl6pPr>
            <a:lvl7pPr marL="1371600" indent="0">
              <a:buNone/>
              <a:defRPr sz="700">
                <a:solidFill>
                  <a:schemeClr val="tx1">
                    <a:tint val="75000"/>
                  </a:schemeClr>
                </a:solidFill>
              </a:defRPr>
            </a:lvl7pPr>
            <a:lvl8pPr marL="1600200" indent="0">
              <a:buNone/>
              <a:defRPr sz="700">
                <a:solidFill>
                  <a:schemeClr val="tx1">
                    <a:tint val="75000"/>
                  </a:schemeClr>
                </a:solidFill>
              </a:defRPr>
            </a:lvl8pPr>
            <a:lvl9pPr marL="1828800" indent="0">
              <a:buNone/>
              <a:defRPr sz="7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87711044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228600" y="1066800"/>
            <a:ext cx="2019300" cy="3017309"/>
          </a:xfrm>
        </p:spPr>
        <p:txBody>
          <a:bodyPr/>
          <a:lstStyle>
            <a:lvl1pPr>
              <a:defRPr sz="1400"/>
            </a:lvl1pPr>
            <a:lvl2pPr>
              <a:defRPr sz="1200"/>
            </a:lvl2pPr>
            <a:lvl3pPr>
              <a:defRPr sz="1000"/>
            </a:lvl3pPr>
            <a:lvl4pPr>
              <a:defRPr sz="900"/>
            </a:lvl4pPr>
            <a:lvl5pPr>
              <a:defRPr sz="900"/>
            </a:lvl5pPr>
            <a:lvl6pPr>
              <a:defRPr sz="900"/>
            </a:lvl6pPr>
            <a:lvl7pPr>
              <a:defRPr sz="900"/>
            </a:lvl7pPr>
            <a:lvl8pPr>
              <a:defRPr sz="900"/>
            </a:lvl8pPr>
            <a:lvl9pPr>
              <a:defRPr sz="9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2324100" y="1066800"/>
            <a:ext cx="2019300" cy="3017309"/>
          </a:xfrm>
        </p:spPr>
        <p:txBody>
          <a:bodyPr/>
          <a:lstStyle>
            <a:lvl1pPr>
              <a:defRPr sz="1400"/>
            </a:lvl1pPr>
            <a:lvl2pPr>
              <a:defRPr sz="1200"/>
            </a:lvl2pPr>
            <a:lvl3pPr>
              <a:defRPr sz="1000"/>
            </a:lvl3pPr>
            <a:lvl4pPr>
              <a:defRPr sz="900"/>
            </a:lvl4pPr>
            <a:lvl5pPr>
              <a:defRPr sz="900"/>
            </a:lvl5pPr>
            <a:lvl6pPr>
              <a:defRPr sz="900"/>
            </a:lvl6pPr>
            <a:lvl7pPr>
              <a:defRPr sz="900"/>
            </a:lvl7pPr>
            <a:lvl8pPr>
              <a:defRPr sz="900"/>
            </a:lvl8pPr>
            <a:lvl9pPr>
              <a:defRPr sz="9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55396856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228600" y="1023409"/>
            <a:ext cx="2020094" cy="426508"/>
          </a:xfrm>
        </p:spPr>
        <p:txBody>
          <a:bodyPr anchor="b"/>
          <a:lstStyle>
            <a:lvl1pPr marL="0" indent="0">
              <a:buNone/>
              <a:defRPr sz="1200" b="1"/>
            </a:lvl1pPr>
            <a:lvl2pPr marL="228600" indent="0">
              <a:buNone/>
              <a:defRPr sz="1000" b="1"/>
            </a:lvl2pPr>
            <a:lvl3pPr marL="457200" indent="0">
              <a:buNone/>
              <a:defRPr sz="900" b="1"/>
            </a:lvl3pPr>
            <a:lvl4pPr marL="685800" indent="0">
              <a:buNone/>
              <a:defRPr sz="800" b="1"/>
            </a:lvl4pPr>
            <a:lvl5pPr marL="914400" indent="0">
              <a:buNone/>
              <a:defRPr sz="800" b="1"/>
            </a:lvl5pPr>
            <a:lvl6pPr marL="1143000" indent="0">
              <a:buNone/>
              <a:defRPr sz="800" b="1"/>
            </a:lvl6pPr>
            <a:lvl7pPr marL="1371600" indent="0">
              <a:buNone/>
              <a:defRPr sz="800" b="1"/>
            </a:lvl7pPr>
            <a:lvl8pPr marL="1600200" indent="0">
              <a:buNone/>
              <a:defRPr sz="800" b="1"/>
            </a:lvl8pPr>
            <a:lvl9pPr marL="1828800" indent="0">
              <a:buNone/>
              <a:defRPr sz="800" b="1"/>
            </a:lvl9pPr>
          </a:lstStyle>
          <a:p>
            <a:pPr lvl="0"/>
            <a:r>
              <a:rPr lang="en-US" smtClean="0"/>
              <a:t>Click to edit Master text styles</a:t>
            </a:r>
          </a:p>
        </p:txBody>
      </p:sp>
      <p:sp>
        <p:nvSpPr>
          <p:cNvPr id="4" name="Content Placeholder 3"/>
          <p:cNvSpPr>
            <a:spLocks noGrp="1"/>
          </p:cNvSpPr>
          <p:nvPr>
            <p:ph sz="half" idx="2"/>
          </p:nvPr>
        </p:nvSpPr>
        <p:spPr>
          <a:xfrm>
            <a:off x="228600" y="1449917"/>
            <a:ext cx="2020094" cy="2634192"/>
          </a:xfrm>
        </p:spPr>
        <p:txBody>
          <a:bodyPr/>
          <a:lstStyle>
            <a:lvl1pPr>
              <a:defRPr sz="1200"/>
            </a:lvl1pPr>
            <a:lvl2pPr>
              <a:defRPr sz="1000"/>
            </a:lvl2pPr>
            <a:lvl3pPr>
              <a:defRPr sz="900"/>
            </a:lvl3pPr>
            <a:lvl4pPr>
              <a:defRPr sz="800"/>
            </a:lvl4pPr>
            <a:lvl5pPr>
              <a:defRPr sz="800"/>
            </a:lvl5pPr>
            <a:lvl6pPr>
              <a:defRPr sz="800"/>
            </a:lvl6pPr>
            <a:lvl7pPr>
              <a:defRPr sz="800"/>
            </a:lvl7pPr>
            <a:lvl8pPr>
              <a:defRPr sz="800"/>
            </a:lvl8pPr>
            <a:lvl9pPr>
              <a:defRPr sz="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2322513" y="1023409"/>
            <a:ext cx="2020888" cy="426508"/>
          </a:xfrm>
        </p:spPr>
        <p:txBody>
          <a:bodyPr anchor="b"/>
          <a:lstStyle>
            <a:lvl1pPr marL="0" indent="0">
              <a:buNone/>
              <a:defRPr sz="1200" b="1"/>
            </a:lvl1pPr>
            <a:lvl2pPr marL="228600" indent="0">
              <a:buNone/>
              <a:defRPr sz="1000" b="1"/>
            </a:lvl2pPr>
            <a:lvl3pPr marL="457200" indent="0">
              <a:buNone/>
              <a:defRPr sz="900" b="1"/>
            </a:lvl3pPr>
            <a:lvl4pPr marL="685800" indent="0">
              <a:buNone/>
              <a:defRPr sz="800" b="1"/>
            </a:lvl4pPr>
            <a:lvl5pPr marL="914400" indent="0">
              <a:buNone/>
              <a:defRPr sz="800" b="1"/>
            </a:lvl5pPr>
            <a:lvl6pPr marL="1143000" indent="0">
              <a:buNone/>
              <a:defRPr sz="800" b="1"/>
            </a:lvl6pPr>
            <a:lvl7pPr marL="1371600" indent="0">
              <a:buNone/>
              <a:defRPr sz="800" b="1"/>
            </a:lvl7pPr>
            <a:lvl8pPr marL="1600200" indent="0">
              <a:buNone/>
              <a:defRPr sz="800" b="1"/>
            </a:lvl8pPr>
            <a:lvl9pPr marL="1828800" indent="0">
              <a:buNone/>
              <a:defRPr sz="800" b="1"/>
            </a:lvl9pPr>
          </a:lstStyle>
          <a:p>
            <a:pPr lvl="0"/>
            <a:r>
              <a:rPr lang="en-US" smtClean="0"/>
              <a:t>Click to edit Master text styles</a:t>
            </a:r>
          </a:p>
        </p:txBody>
      </p:sp>
      <p:sp>
        <p:nvSpPr>
          <p:cNvPr id="6" name="Content Placeholder 5"/>
          <p:cNvSpPr>
            <a:spLocks noGrp="1"/>
          </p:cNvSpPr>
          <p:nvPr>
            <p:ph sz="quarter" idx="4"/>
          </p:nvPr>
        </p:nvSpPr>
        <p:spPr>
          <a:xfrm>
            <a:off x="2322513" y="1449917"/>
            <a:ext cx="2020888" cy="2634192"/>
          </a:xfrm>
        </p:spPr>
        <p:txBody>
          <a:bodyPr/>
          <a:lstStyle>
            <a:lvl1pPr>
              <a:defRPr sz="1200"/>
            </a:lvl1pPr>
            <a:lvl2pPr>
              <a:defRPr sz="1000"/>
            </a:lvl2pPr>
            <a:lvl3pPr>
              <a:defRPr sz="900"/>
            </a:lvl3pPr>
            <a:lvl4pPr>
              <a:defRPr sz="800"/>
            </a:lvl4pPr>
            <a:lvl5pPr>
              <a:defRPr sz="800"/>
            </a:lvl5pPr>
            <a:lvl6pPr>
              <a:defRPr sz="800"/>
            </a:lvl6pPr>
            <a:lvl7pPr>
              <a:defRPr sz="800"/>
            </a:lvl7pPr>
            <a:lvl8pPr>
              <a:defRPr sz="800"/>
            </a:lvl8pPr>
            <a:lvl9pPr>
              <a:defRPr sz="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8" name="Footer Placeholder 7"/>
          <p:cNvSpPr>
            <a:spLocks noGrp="1"/>
          </p:cNvSpPr>
          <p:nvPr>
            <p:ph type="ftr" sz="quarter" idx="11"/>
          </p:nvPr>
        </p:nvSpPr>
        <p:spPr/>
        <p:txBody>
          <a:bodyPr/>
          <a:lstStyle/>
          <a:p>
            <a:endParaRPr lang="en-US">
              <a:solidFill>
                <a:prstClr val="black">
                  <a:tint val="75000"/>
                </a:prstClr>
              </a:solidFill>
            </a:endParaRPr>
          </a:p>
        </p:txBody>
      </p:sp>
      <p:sp>
        <p:nvSpPr>
          <p:cNvPr id="9" name="Slide Number Placeholder 8"/>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53090136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4" name="Footer Placeholder 3"/>
          <p:cNvSpPr>
            <a:spLocks noGrp="1"/>
          </p:cNvSpPr>
          <p:nvPr>
            <p:ph type="ftr" sz="quarter" idx="11"/>
          </p:nvPr>
        </p:nvSpPr>
        <p:spPr/>
        <p:txBody>
          <a:bodyPr/>
          <a:lstStyle/>
          <a:p>
            <a:endParaRPr lang="en-US">
              <a:solidFill>
                <a:prstClr val="black">
                  <a:tint val="75000"/>
                </a:prstClr>
              </a:solidFill>
            </a:endParaRPr>
          </a:p>
        </p:txBody>
      </p:sp>
      <p:sp>
        <p:nvSpPr>
          <p:cNvPr id="5" name="Slide Number Placeholder 4"/>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135410143"/>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3" name="Footer Placeholder 2"/>
          <p:cNvSpPr>
            <a:spLocks noGrp="1"/>
          </p:cNvSpPr>
          <p:nvPr>
            <p:ph type="ftr" sz="quarter" idx="11"/>
          </p:nvPr>
        </p:nvSpPr>
        <p:spPr/>
        <p:txBody>
          <a:bodyPr/>
          <a:lstStyle/>
          <a:p>
            <a:endParaRPr lang="en-US">
              <a:solidFill>
                <a:prstClr val="black">
                  <a:tint val="75000"/>
                </a:prstClr>
              </a:solidFill>
            </a:endParaRPr>
          </a:p>
        </p:txBody>
      </p:sp>
      <p:sp>
        <p:nvSpPr>
          <p:cNvPr id="4" name="Slide Number Placeholder 3"/>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02308657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8600" y="182033"/>
            <a:ext cx="1504157" cy="774700"/>
          </a:xfrm>
        </p:spPr>
        <p:txBody>
          <a:bodyPr anchor="b"/>
          <a:lstStyle>
            <a:lvl1pPr algn="l">
              <a:defRPr sz="1000" b="1"/>
            </a:lvl1pPr>
          </a:lstStyle>
          <a:p>
            <a:r>
              <a:rPr lang="en-US" smtClean="0"/>
              <a:t>Click to edit Master title style</a:t>
            </a:r>
            <a:endParaRPr lang="en-US"/>
          </a:p>
        </p:txBody>
      </p:sp>
      <p:sp>
        <p:nvSpPr>
          <p:cNvPr id="3" name="Content Placeholder 2"/>
          <p:cNvSpPr>
            <a:spLocks noGrp="1"/>
          </p:cNvSpPr>
          <p:nvPr>
            <p:ph idx="1"/>
          </p:nvPr>
        </p:nvSpPr>
        <p:spPr>
          <a:xfrm>
            <a:off x="1787525" y="182034"/>
            <a:ext cx="2555875" cy="3902075"/>
          </a:xfrm>
        </p:spPr>
        <p:txBody>
          <a:bodyPr/>
          <a:lstStyle>
            <a:lvl1pPr>
              <a:defRPr sz="1600"/>
            </a:lvl1pPr>
            <a:lvl2pPr>
              <a:defRPr sz="1400"/>
            </a:lvl2pPr>
            <a:lvl3pPr>
              <a:defRPr sz="1200"/>
            </a:lvl3pPr>
            <a:lvl4pPr>
              <a:defRPr sz="1000"/>
            </a:lvl4pPr>
            <a:lvl5pPr>
              <a:defRPr sz="1000"/>
            </a:lvl5pPr>
            <a:lvl6pPr>
              <a:defRPr sz="1000"/>
            </a:lvl6pPr>
            <a:lvl7pPr>
              <a:defRPr sz="1000"/>
            </a:lvl7pPr>
            <a:lvl8pPr>
              <a:defRPr sz="1000"/>
            </a:lvl8pPr>
            <a:lvl9pPr>
              <a:defRPr sz="1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228600" y="956734"/>
            <a:ext cx="1504157" cy="3127375"/>
          </a:xfrm>
        </p:spPr>
        <p:txBody>
          <a:bodyPr/>
          <a:lstStyle>
            <a:lvl1pPr marL="0" indent="0">
              <a:buNone/>
              <a:defRPr sz="700"/>
            </a:lvl1pPr>
            <a:lvl2pPr marL="228600" indent="0">
              <a:buNone/>
              <a:defRPr sz="600"/>
            </a:lvl2pPr>
            <a:lvl3pPr marL="457200" indent="0">
              <a:buNone/>
              <a:defRPr sz="500"/>
            </a:lvl3pPr>
            <a:lvl4pPr marL="685800" indent="0">
              <a:buNone/>
              <a:defRPr sz="450"/>
            </a:lvl4pPr>
            <a:lvl5pPr marL="914400" indent="0">
              <a:buNone/>
              <a:defRPr sz="450"/>
            </a:lvl5pPr>
            <a:lvl6pPr marL="1143000" indent="0">
              <a:buNone/>
              <a:defRPr sz="450"/>
            </a:lvl6pPr>
            <a:lvl7pPr marL="1371600" indent="0">
              <a:buNone/>
              <a:defRPr sz="450"/>
            </a:lvl7pPr>
            <a:lvl8pPr marL="1600200" indent="0">
              <a:buNone/>
              <a:defRPr sz="450"/>
            </a:lvl8pPr>
            <a:lvl9pPr marL="1828800" indent="0">
              <a:buNone/>
              <a:defRPr sz="45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64549224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96144" y="3200400"/>
            <a:ext cx="2743200" cy="377825"/>
          </a:xfrm>
        </p:spPr>
        <p:txBody>
          <a:bodyPr anchor="b"/>
          <a:lstStyle>
            <a:lvl1pPr algn="l">
              <a:defRPr sz="1000" b="1"/>
            </a:lvl1pPr>
          </a:lstStyle>
          <a:p>
            <a:r>
              <a:rPr lang="en-US" smtClean="0"/>
              <a:t>Click to edit Master title style</a:t>
            </a:r>
            <a:endParaRPr lang="en-US"/>
          </a:p>
        </p:txBody>
      </p:sp>
      <p:sp>
        <p:nvSpPr>
          <p:cNvPr id="3" name="Picture Placeholder 2"/>
          <p:cNvSpPr>
            <a:spLocks noGrp="1"/>
          </p:cNvSpPr>
          <p:nvPr>
            <p:ph type="pic" idx="1"/>
          </p:nvPr>
        </p:nvSpPr>
        <p:spPr>
          <a:xfrm>
            <a:off x="896144" y="408517"/>
            <a:ext cx="2743200" cy="2743200"/>
          </a:xfrm>
        </p:spPr>
        <p:txBody>
          <a:bodyPr/>
          <a:lstStyle>
            <a:lvl1pPr marL="0" indent="0">
              <a:buNone/>
              <a:defRPr sz="1600"/>
            </a:lvl1pPr>
            <a:lvl2pPr marL="228600" indent="0">
              <a:buNone/>
              <a:defRPr sz="1400"/>
            </a:lvl2pPr>
            <a:lvl3pPr marL="457200" indent="0">
              <a:buNone/>
              <a:defRPr sz="1200"/>
            </a:lvl3pPr>
            <a:lvl4pPr marL="685800" indent="0">
              <a:buNone/>
              <a:defRPr sz="1000"/>
            </a:lvl4pPr>
            <a:lvl5pPr marL="914400" indent="0">
              <a:buNone/>
              <a:defRPr sz="1000"/>
            </a:lvl5pPr>
            <a:lvl6pPr marL="1143000" indent="0">
              <a:buNone/>
              <a:defRPr sz="1000"/>
            </a:lvl6pPr>
            <a:lvl7pPr marL="1371600" indent="0">
              <a:buNone/>
              <a:defRPr sz="1000"/>
            </a:lvl7pPr>
            <a:lvl8pPr marL="1600200" indent="0">
              <a:buNone/>
              <a:defRPr sz="1000"/>
            </a:lvl8pPr>
            <a:lvl9pPr marL="1828800" indent="0">
              <a:buNone/>
              <a:defRPr sz="1000"/>
            </a:lvl9pPr>
          </a:lstStyle>
          <a:p>
            <a:endParaRPr lang="en-US"/>
          </a:p>
        </p:txBody>
      </p:sp>
      <p:sp>
        <p:nvSpPr>
          <p:cNvPr id="4" name="Text Placeholder 3"/>
          <p:cNvSpPr>
            <a:spLocks noGrp="1"/>
          </p:cNvSpPr>
          <p:nvPr>
            <p:ph type="body" sz="half" idx="2"/>
          </p:nvPr>
        </p:nvSpPr>
        <p:spPr>
          <a:xfrm>
            <a:off x="896144" y="3578225"/>
            <a:ext cx="2743200" cy="536575"/>
          </a:xfrm>
        </p:spPr>
        <p:txBody>
          <a:bodyPr/>
          <a:lstStyle>
            <a:lvl1pPr marL="0" indent="0">
              <a:buNone/>
              <a:defRPr sz="700"/>
            </a:lvl1pPr>
            <a:lvl2pPr marL="228600" indent="0">
              <a:buNone/>
              <a:defRPr sz="600"/>
            </a:lvl2pPr>
            <a:lvl3pPr marL="457200" indent="0">
              <a:buNone/>
              <a:defRPr sz="500"/>
            </a:lvl3pPr>
            <a:lvl4pPr marL="685800" indent="0">
              <a:buNone/>
              <a:defRPr sz="450"/>
            </a:lvl4pPr>
            <a:lvl5pPr marL="914400" indent="0">
              <a:buNone/>
              <a:defRPr sz="450"/>
            </a:lvl5pPr>
            <a:lvl6pPr marL="1143000" indent="0">
              <a:buNone/>
              <a:defRPr sz="450"/>
            </a:lvl6pPr>
            <a:lvl7pPr marL="1371600" indent="0">
              <a:buNone/>
              <a:defRPr sz="450"/>
            </a:lvl7pPr>
            <a:lvl8pPr marL="1600200" indent="0">
              <a:buNone/>
              <a:defRPr sz="450"/>
            </a:lvl8pPr>
            <a:lvl9pPr marL="1828800" indent="0">
              <a:buNone/>
              <a:defRPr sz="45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41134533"/>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2359583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314700" y="183092"/>
            <a:ext cx="1028700" cy="3901017"/>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228600" y="183092"/>
            <a:ext cx="3009900" cy="3901017"/>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362842135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42900" y="1420283"/>
            <a:ext cx="3886200" cy="980017"/>
          </a:xfrm>
        </p:spPr>
        <p:txBody>
          <a:bodyPr/>
          <a:lstStyle/>
          <a:p>
            <a:r>
              <a:rPr lang="en-US" smtClean="0"/>
              <a:t>Click to edit Master title style</a:t>
            </a:r>
            <a:endParaRPr lang="en-US"/>
          </a:p>
        </p:txBody>
      </p:sp>
      <p:sp>
        <p:nvSpPr>
          <p:cNvPr id="3" name="Subtitle 2"/>
          <p:cNvSpPr>
            <a:spLocks noGrp="1"/>
          </p:cNvSpPr>
          <p:nvPr>
            <p:ph type="subTitle" idx="1"/>
          </p:nvPr>
        </p:nvSpPr>
        <p:spPr>
          <a:xfrm>
            <a:off x="685800" y="2590800"/>
            <a:ext cx="3200400" cy="1168400"/>
          </a:xfrm>
        </p:spPr>
        <p:txBody>
          <a:bodyPr/>
          <a:lstStyle>
            <a:lvl1pPr marL="0" indent="0" algn="ctr">
              <a:buNone/>
              <a:defRPr>
                <a:solidFill>
                  <a:schemeClr val="tx1">
                    <a:tint val="75000"/>
                  </a:schemeClr>
                </a:solidFill>
              </a:defRPr>
            </a:lvl1pPr>
            <a:lvl2pPr marL="228600" indent="0" algn="ctr">
              <a:buNone/>
              <a:defRPr>
                <a:solidFill>
                  <a:schemeClr val="tx1">
                    <a:tint val="75000"/>
                  </a:schemeClr>
                </a:solidFill>
              </a:defRPr>
            </a:lvl2pPr>
            <a:lvl3pPr marL="457200" indent="0" algn="ctr">
              <a:buNone/>
              <a:defRPr>
                <a:solidFill>
                  <a:schemeClr val="tx1">
                    <a:tint val="75000"/>
                  </a:schemeClr>
                </a:solidFill>
              </a:defRPr>
            </a:lvl3pPr>
            <a:lvl4pPr marL="685800" indent="0" algn="ctr">
              <a:buNone/>
              <a:defRPr>
                <a:solidFill>
                  <a:schemeClr val="tx1">
                    <a:tint val="75000"/>
                  </a:schemeClr>
                </a:solidFill>
              </a:defRPr>
            </a:lvl4pPr>
            <a:lvl5pPr marL="914400" indent="0" algn="ctr">
              <a:buNone/>
              <a:defRPr>
                <a:solidFill>
                  <a:schemeClr val="tx1">
                    <a:tint val="75000"/>
                  </a:schemeClr>
                </a:solidFill>
              </a:defRPr>
            </a:lvl5pPr>
            <a:lvl6pPr marL="1143000" indent="0" algn="ctr">
              <a:buNone/>
              <a:defRPr>
                <a:solidFill>
                  <a:schemeClr val="tx1">
                    <a:tint val="75000"/>
                  </a:schemeClr>
                </a:solidFill>
              </a:defRPr>
            </a:lvl6pPr>
            <a:lvl7pPr marL="1371600" indent="0" algn="ctr">
              <a:buNone/>
              <a:defRPr>
                <a:solidFill>
                  <a:schemeClr val="tx1">
                    <a:tint val="75000"/>
                  </a:schemeClr>
                </a:solidFill>
              </a:defRPr>
            </a:lvl7pPr>
            <a:lvl8pPr marL="1600200" indent="0" algn="ctr">
              <a:buNone/>
              <a:defRPr>
                <a:solidFill>
                  <a:schemeClr val="tx1">
                    <a:tint val="75000"/>
                  </a:schemeClr>
                </a:solidFill>
              </a:defRPr>
            </a:lvl8pPr>
            <a:lvl9pPr marL="18288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468012076"/>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338142229"/>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61157" y="2937934"/>
            <a:ext cx="3886200" cy="908050"/>
          </a:xfrm>
        </p:spPr>
        <p:txBody>
          <a:bodyPr anchor="t"/>
          <a:lstStyle>
            <a:lvl1pPr algn="l">
              <a:defRPr sz="2000" b="1" cap="all"/>
            </a:lvl1pPr>
          </a:lstStyle>
          <a:p>
            <a:r>
              <a:rPr lang="en-US" smtClean="0"/>
              <a:t>Click to edit Master title style</a:t>
            </a:r>
            <a:endParaRPr lang="en-US"/>
          </a:p>
        </p:txBody>
      </p:sp>
      <p:sp>
        <p:nvSpPr>
          <p:cNvPr id="3" name="Text Placeholder 2"/>
          <p:cNvSpPr>
            <a:spLocks noGrp="1"/>
          </p:cNvSpPr>
          <p:nvPr>
            <p:ph type="body" idx="1"/>
          </p:nvPr>
        </p:nvSpPr>
        <p:spPr>
          <a:xfrm>
            <a:off x="361157" y="1937809"/>
            <a:ext cx="3886200" cy="1000125"/>
          </a:xfrm>
        </p:spPr>
        <p:txBody>
          <a:bodyPr anchor="b"/>
          <a:lstStyle>
            <a:lvl1pPr marL="0" indent="0">
              <a:buNone/>
              <a:defRPr sz="1000">
                <a:solidFill>
                  <a:schemeClr val="tx1">
                    <a:tint val="75000"/>
                  </a:schemeClr>
                </a:solidFill>
              </a:defRPr>
            </a:lvl1pPr>
            <a:lvl2pPr marL="228600" indent="0">
              <a:buNone/>
              <a:defRPr sz="900">
                <a:solidFill>
                  <a:schemeClr val="tx1">
                    <a:tint val="75000"/>
                  </a:schemeClr>
                </a:solidFill>
              </a:defRPr>
            </a:lvl2pPr>
            <a:lvl3pPr marL="457200" indent="0">
              <a:buNone/>
              <a:defRPr sz="800">
                <a:solidFill>
                  <a:schemeClr val="tx1">
                    <a:tint val="75000"/>
                  </a:schemeClr>
                </a:solidFill>
              </a:defRPr>
            </a:lvl3pPr>
            <a:lvl4pPr marL="685800" indent="0">
              <a:buNone/>
              <a:defRPr sz="700">
                <a:solidFill>
                  <a:schemeClr val="tx1">
                    <a:tint val="75000"/>
                  </a:schemeClr>
                </a:solidFill>
              </a:defRPr>
            </a:lvl4pPr>
            <a:lvl5pPr marL="914400" indent="0">
              <a:buNone/>
              <a:defRPr sz="700">
                <a:solidFill>
                  <a:schemeClr val="tx1">
                    <a:tint val="75000"/>
                  </a:schemeClr>
                </a:solidFill>
              </a:defRPr>
            </a:lvl5pPr>
            <a:lvl6pPr marL="1143000" indent="0">
              <a:buNone/>
              <a:defRPr sz="700">
                <a:solidFill>
                  <a:schemeClr val="tx1">
                    <a:tint val="75000"/>
                  </a:schemeClr>
                </a:solidFill>
              </a:defRPr>
            </a:lvl6pPr>
            <a:lvl7pPr marL="1371600" indent="0">
              <a:buNone/>
              <a:defRPr sz="700">
                <a:solidFill>
                  <a:schemeClr val="tx1">
                    <a:tint val="75000"/>
                  </a:schemeClr>
                </a:solidFill>
              </a:defRPr>
            </a:lvl7pPr>
            <a:lvl8pPr marL="1600200" indent="0">
              <a:buNone/>
              <a:defRPr sz="700">
                <a:solidFill>
                  <a:schemeClr val="tx1">
                    <a:tint val="75000"/>
                  </a:schemeClr>
                </a:solidFill>
              </a:defRPr>
            </a:lvl8pPr>
            <a:lvl9pPr marL="1828800" indent="0">
              <a:buNone/>
              <a:defRPr sz="7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4161810069"/>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228600" y="1066800"/>
            <a:ext cx="2019300" cy="3017309"/>
          </a:xfrm>
        </p:spPr>
        <p:txBody>
          <a:bodyPr/>
          <a:lstStyle>
            <a:lvl1pPr>
              <a:defRPr sz="1400"/>
            </a:lvl1pPr>
            <a:lvl2pPr>
              <a:defRPr sz="1200"/>
            </a:lvl2pPr>
            <a:lvl3pPr>
              <a:defRPr sz="1000"/>
            </a:lvl3pPr>
            <a:lvl4pPr>
              <a:defRPr sz="900"/>
            </a:lvl4pPr>
            <a:lvl5pPr>
              <a:defRPr sz="900"/>
            </a:lvl5pPr>
            <a:lvl6pPr>
              <a:defRPr sz="900"/>
            </a:lvl6pPr>
            <a:lvl7pPr>
              <a:defRPr sz="900"/>
            </a:lvl7pPr>
            <a:lvl8pPr>
              <a:defRPr sz="900"/>
            </a:lvl8pPr>
            <a:lvl9pPr>
              <a:defRPr sz="9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2324100" y="1066800"/>
            <a:ext cx="2019300" cy="3017309"/>
          </a:xfrm>
        </p:spPr>
        <p:txBody>
          <a:bodyPr/>
          <a:lstStyle>
            <a:lvl1pPr>
              <a:defRPr sz="1400"/>
            </a:lvl1pPr>
            <a:lvl2pPr>
              <a:defRPr sz="1200"/>
            </a:lvl2pPr>
            <a:lvl3pPr>
              <a:defRPr sz="1000"/>
            </a:lvl3pPr>
            <a:lvl4pPr>
              <a:defRPr sz="900"/>
            </a:lvl4pPr>
            <a:lvl5pPr>
              <a:defRPr sz="900"/>
            </a:lvl5pPr>
            <a:lvl6pPr>
              <a:defRPr sz="900"/>
            </a:lvl6pPr>
            <a:lvl7pPr>
              <a:defRPr sz="900"/>
            </a:lvl7pPr>
            <a:lvl8pPr>
              <a:defRPr sz="900"/>
            </a:lvl8pPr>
            <a:lvl9pPr>
              <a:defRPr sz="9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36401832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228600" y="1023409"/>
            <a:ext cx="2020094" cy="426508"/>
          </a:xfrm>
        </p:spPr>
        <p:txBody>
          <a:bodyPr anchor="b"/>
          <a:lstStyle>
            <a:lvl1pPr marL="0" indent="0">
              <a:buNone/>
              <a:defRPr sz="1200" b="1"/>
            </a:lvl1pPr>
            <a:lvl2pPr marL="228600" indent="0">
              <a:buNone/>
              <a:defRPr sz="1000" b="1"/>
            </a:lvl2pPr>
            <a:lvl3pPr marL="457200" indent="0">
              <a:buNone/>
              <a:defRPr sz="900" b="1"/>
            </a:lvl3pPr>
            <a:lvl4pPr marL="685800" indent="0">
              <a:buNone/>
              <a:defRPr sz="800" b="1"/>
            </a:lvl4pPr>
            <a:lvl5pPr marL="914400" indent="0">
              <a:buNone/>
              <a:defRPr sz="800" b="1"/>
            </a:lvl5pPr>
            <a:lvl6pPr marL="1143000" indent="0">
              <a:buNone/>
              <a:defRPr sz="800" b="1"/>
            </a:lvl6pPr>
            <a:lvl7pPr marL="1371600" indent="0">
              <a:buNone/>
              <a:defRPr sz="800" b="1"/>
            </a:lvl7pPr>
            <a:lvl8pPr marL="1600200" indent="0">
              <a:buNone/>
              <a:defRPr sz="800" b="1"/>
            </a:lvl8pPr>
            <a:lvl9pPr marL="1828800" indent="0">
              <a:buNone/>
              <a:defRPr sz="800" b="1"/>
            </a:lvl9pPr>
          </a:lstStyle>
          <a:p>
            <a:pPr lvl="0"/>
            <a:r>
              <a:rPr lang="en-US" smtClean="0"/>
              <a:t>Click to edit Master text styles</a:t>
            </a:r>
          </a:p>
        </p:txBody>
      </p:sp>
      <p:sp>
        <p:nvSpPr>
          <p:cNvPr id="4" name="Content Placeholder 3"/>
          <p:cNvSpPr>
            <a:spLocks noGrp="1"/>
          </p:cNvSpPr>
          <p:nvPr>
            <p:ph sz="half" idx="2"/>
          </p:nvPr>
        </p:nvSpPr>
        <p:spPr>
          <a:xfrm>
            <a:off x="228600" y="1449917"/>
            <a:ext cx="2020094" cy="2634192"/>
          </a:xfrm>
        </p:spPr>
        <p:txBody>
          <a:bodyPr/>
          <a:lstStyle>
            <a:lvl1pPr>
              <a:defRPr sz="1200"/>
            </a:lvl1pPr>
            <a:lvl2pPr>
              <a:defRPr sz="1000"/>
            </a:lvl2pPr>
            <a:lvl3pPr>
              <a:defRPr sz="900"/>
            </a:lvl3pPr>
            <a:lvl4pPr>
              <a:defRPr sz="800"/>
            </a:lvl4pPr>
            <a:lvl5pPr>
              <a:defRPr sz="800"/>
            </a:lvl5pPr>
            <a:lvl6pPr>
              <a:defRPr sz="800"/>
            </a:lvl6pPr>
            <a:lvl7pPr>
              <a:defRPr sz="800"/>
            </a:lvl7pPr>
            <a:lvl8pPr>
              <a:defRPr sz="800"/>
            </a:lvl8pPr>
            <a:lvl9pPr>
              <a:defRPr sz="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2322513" y="1023409"/>
            <a:ext cx="2020888" cy="426508"/>
          </a:xfrm>
        </p:spPr>
        <p:txBody>
          <a:bodyPr anchor="b"/>
          <a:lstStyle>
            <a:lvl1pPr marL="0" indent="0">
              <a:buNone/>
              <a:defRPr sz="1200" b="1"/>
            </a:lvl1pPr>
            <a:lvl2pPr marL="228600" indent="0">
              <a:buNone/>
              <a:defRPr sz="1000" b="1"/>
            </a:lvl2pPr>
            <a:lvl3pPr marL="457200" indent="0">
              <a:buNone/>
              <a:defRPr sz="900" b="1"/>
            </a:lvl3pPr>
            <a:lvl4pPr marL="685800" indent="0">
              <a:buNone/>
              <a:defRPr sz="800" b="1"/>
            </a:lvl4pPr>
            <a:lvl5pPr marL="914400" indent="0">
              <a:buNone/>
              <a:defRPr sz="800" b="1"/>
            </a:lvl5pPr>
            <a:lvl6pPr marL="1143000" indent="0">
              <a:buNone/>
              <a:defRPr sz="800" b="1"/>
            </a:lvl6pPr>
            <a:lvl7pPr marL="1371600" indent="0">
              <a:buNone/>
              <a:defRPr sz="800" b="1"/>
            </a:lvl7pPr>
            <a:lvl8pPr marL="1600200" indent="0">
              <a:buNone/>
              <a:defRPr sz="800" b="1"/>
            </a:lvl8pPr>
            <a:lvl9pPr marL="1828800" indent="0">
              <a:buNone/>
              <a:defRPr sz="800" b="1"/>
            </a:lvl9pPr>
          </a:lstStyle>
          <a:p>
            <a:pPr lvl="0"/>
            <a:r>
              <a:rPr lang="en-US" smtClean="0"/>
              <a:t>Click to edit Master text styles</a:t>
            </a:r>
          </a:p>
        </p:txBody>
      </p:sp>
      <p:sp>
        <p:nvSpPr>
          <p:cNvPr id="6" name="Content Placeholder 5"/>
          <p:cNvSpPr>
            <a:spLocks noGrp="1"/>
          </p:cNvSpPr>
          <p:nvPr>
            <p:ph sz="quarter" idx="4"/>
          </p:nvPr>
        </p:nvSpPr>
        <p:spPr>
          <a:xfrm>
            <a:off x="2322513" y="1449917"/>
            <a:ext cx="2020888" cy="2634192"/>
          </a:xfrm>
        </p:spPr>
        <p:txBody>
          <a:bodyPr/>
          <a:lstStyle>
            <a:lvl1pPr>
              <a:defRPr sz="1200"/>
            </a:lvl1pPr>
            <a:lvl2pPr>
              <a:defRPr sz="1000"/>
            </a:lvl2pPr>
            <a:lvl3pPr>
              <a:defRPr sz="900"/>
            </a:lvl3pPr>
            <a:lvl4pPr>
              <a:defRPr sz="800"/>
            </a:lvl4pPr>
            <a:lvl5pPr>
              <a:defRPr sz="800"/>
            </a:lvl5pPr>
            <a:lvl6pPr>
              <a:defRPr sz="800"/>
            </a:lvl6pPr>
            <a:lvl7pPr>
              <a:defRPr sz="800"/>
            </a:lvl7pPr>
            <a:lvl8pPr>
              <a:defRPr sz="800"/>
            </a:lvl8pPr>
            <a:lvl9pPr>
              <a:defRPr sz="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8" name="Footer Placeholder 7"/>
          <p:cNvSpPr>
            <a:spLocks noGrp="1"/>
          </p:cNvSpPr>
          <p:nvPr>
            <p:ph type="ftr" sz="quarter" idx="11"/>
          </p:nvPr>
        </p:nvSpPr>
        <p:spPr/>
        <p:txBody>
          <a:bodyPr/>
          <a:lstStyle/>
          <a:p>
            <a:endParaRPr lang="en-US">
              <a:solidFill>
                <a:prstClr val="black">
                  <a:tint val="75000"/>
                </a:prstClr>
              </a:solidFill>
            </a:endParaRPr>
          </a:p>
        </p:txBody>
      </p:sp>
      <p:sp>
        <p:nvSpPr>
          <p:cNvPr id="9" name="Slide Number Placeholder 8"/>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992448592"/>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4" name="Footer Placeholder 3"/>
          <p:cNvSpPr>
            <a:spLocks noGrp="1"/>
          </p:cNvSpPr>
          <p:nvPr>
            <p:ph type="ftr" sz="quarter" idx="11"/>
          </p:nvPr>
        </p:nvSpPr>
        <p:spPr/>
        <p:txBody>
          <a:bodyPr/>
          <a:lstStyle/>
          <a:p>
            <a:endParaRPr lang="en-US">
              <a:solidFill>
                <a:prstClr val="black">
                  <a:tint val="75000"/>
                </a:prstClr>
              </a:solidFill>
            </a:endParaRPr>
          </a:p>
        </p:txBody>
      </p:sp>
      <p:sp>
        <p:nvSpPr>
          <p:cNvPr id="5" name="Slide Number Placeholder 4"/>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82882249"/>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3" name="Footer Placeholder 2"/>
          <p:cNvSpPr>
            <a:spLocks noGrp="1"/>
          </p:cNvSpPr>
          <p:nvPr>
            <p:ph type="ftr" sz="quarter" idx="11"/>
          </p:nvPr>
        </p:nvSpPr>
        <p:spPr/>
        <p:txBody>
          <a:bodyPr/>
          <a:lstStyle/>
          <a:p>
            <a:endParaRPr lang="en-US">
              <a:solidFill>
                <a:prstClr val="black">
                  <a:tint val="75000"/>
                </a:prstClr>
              </a:solidFill>
            </a:endParaRPr>
          </a:p>
        </p:txBody>
      </p:sp>
      <p:sp>
        <p:nvSpPr>
          <p:cNvPr id="4" name="Slide Number Placeholder 3"/>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714753956"/>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28600" y="182033"/>
            <a:ext cx="1504157" cy="774700"/>
          </a:xfrm>
        </p:spPr>
        <p:txBody>
          <a:bodyPr anchor="b"/>
          <a:lstStyle>
            <a:lvl1pPr algn="l">
              <a:defRPr sz="1000" b="1"/>
            </a:lvl1pPr>
          </a:lstStyle>
          <a:p>
            <a:r>
              <a:rPr lang="en-US" smtClean="0"/>
              <a:t>Click to edit Master title style</a:t>
            </a:r>
            <a:endParaRPr lang="en-US"/>
          </a:p>
        </p:txBody>
      </p:sp>
      <p:sp>
        <p:nvSpPr>
          <p:cNvPr id="3" name="Content Placeholder 2"/>
          <p:cNvSpPr>
            <a:spLocks noGrp="1"/>
          </p:cNvSpPr>
          <p:nvPr>
            <p:ph idx="1"/>
          </p:nvPr>
        </p:nvSpPr>
        <p:spPr>
          <a:xfrm>
            <a:off x="1787525" y="182034"/>
            <a:ext cx="2555875" cy="3902075"/>
          </a:xfrm>
        </p:spPr>
        <p:txBody>
          <a:bodyPr/>
          <a:lstStyle>
            <a:lvl1pPr>
              <a:defRPr sz="1600"/>
            </a:lvl1pPr>
            <a:lvl2pPr>
              <a:defRPr sz="1400"/>
            </a:lvl2pPr>
            <a:lvl3pPr>
              <a:defRPr sz="1200"/>
            </a:lvl3pPr>
            <a:lvl4pPr>
              <a:defRPr sz="1000"/>
            </a:lvl4pPr>
            <a:lvl5pPr>
              <a:defRPr sz="1000"/>
            </a:lvl5pPr>
            <a:lvl6pPr>
              <a:defRPr sz="1000"/>
            </a:lvl6pPr>
            <a:lvl7pPr>
              <a:defRPr sz="1000"/>
            </a:lvl7pPr>
            <a:lvl8pPr>
              <a:defRPr sz="1000"/>
            </a:lvl8pPr>
            <a:lvl9pPr>
              <a:defRPr sz="1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228600" y="956734"/>
            <a:ext cx="1504157" cy="3127375"/>
          </a:xfrm>
        </p:spPr>
        <p:txBody>
          <a:bodyPr/>
          <a:lstStyle>
            <a:lvl1pPr marL="0" indent="0">
              <a:buNone/>
              <a:defRPr sz="700"/>
            </a:lvl1pPr>
            <a:lvl2pPr marL="228600" indent="0">
              <a:buNone/>
              <a:defRPr sz="600"/>
            </a:lvl2pPr>
            <a:lvl3pPr marL="457200" indent="0">
              <a:buNone/>
              <a:defRPr sz="500"/>
            </a:lvl3pPr>
            <a:lvl4pPr marL="685800" indent="0">
              <a:buNone/>
              <a:defRPr sz="450"/>
            </a:lvl4pPr>
            <a:lvl5pPr marL="914400" indent="0">
              <a:buNone/>
              <a:defRPr sz="450"/>
            </a:lvl5pPr>
            <a:lvl6pPr marL="1143000" indent="0">
              <a:buNone/>
              <a:defRPr sz="450"/>
            </a:lvl6pPr>
            <a:lvl7pPr marL="1371600" indent="0">
              <a:buNone/>
              <a:defRPr sz="450"/>
            </a:lvl7pPr>
            <a:lvl8pPr marL="1600200" indent="0">
              <a:buNone/>
              <a:defRPr sz="450"/>
            </a:lvl8pPr>
            <a:lvl9pPr marL="1828800" indent="0">
              <a:buNone/>
              <a:defRPr sz="45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604242208"/>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96144" y="3200400"/>
            <a:ext cx="2743200" cy="377825"/>
          </a:xfrm>
        </p:spPr>
        <p:txBody>
          <a:bodyPr anchor="b"/>
          <a:lstStyle>
            <a:lvl1pPr algn="l">
              <a:defRPr sz="1000" b="1"/>
            </a:lvl1pPr>
          </a:lstStyle>
          <a:p>
            <a:r>
              <a:rPr lang="en-US" smtClean="0"/>
              <a:t>Click to edit Master title style</a:t>
            </a:r>
            <a:endParaRPr lang="en-US"/>
          </a:p>
        </p:txBody>
      </p:sp>
      <p:sp>
        <p:nvSpPr>
          <p:cNvPr id="3" name="Picture Placeholder 2"/>
          <p:cNvSpPr>
            <a:spLocks noGrp="1"/>
          </p:cNvSpPr>
          <p:nvPr>
            <p:ph type="pic" idx="1"/>
          </p:nvPr>
        </p:nvSpPr>
        <p:spPr>
          <a:xfrm>
            <a:off x="896144" y="408517"/>
            <a:ext cx="2743200" cy="2743200"/>
          </a:xfrm>
        </p:spPr>
        <p:txBody>
          <a:bodyPr/>
          <a:lstStyle>
            <a:lvl1pPr marL="0" indent="0">
              <a:buNone/>
              <a:defRPr sz="1600"/>
            </a:lvl1pPr>
            <a:lvl2pPr marL="228600" indent="0">
              <a:buNone/>
              <a:defRPr sz="1400"/>
            </a:lvl2pPr>
            <a:lvl3pPr marL="457200" indent="0">
              <a:buNone/>
              <a:defRPr sz="1200"/>
            </a:lvl3pPr>
            <a:lvl4pPr marL="685800" indent="0">
              <a:buNone/>
              <a:defRPr sz="1000"/>
            </a:lvl4pPr>
            <a:lvl5pPr marL="914400" indent="0">
              <a:buNone/>
              <a:defRPr sz="1000"/>
            </a:lvl5pPr>
            <a:lvl6pPr marL="1143000" indent="0">
              <a:buNone/>
              <a:defRPr sz="1000"/>
            </a:lvl6pPr>
            <a:lvl7pPr marL="1371600" indent="0">
              <a:buNone/>
              <a:defRPr sz="1000"/>
            </a:lvl7pPr>
            <a:lvl8pPr marL="1600200" indent="0">
              <a:buNone/>
              <a:defRPr sz="1000"/>
            </a:lvl8pPr>
            <a:lvl9pPr marL="1828800" indent="0">
              <a:buNone/>
              <a:defRPr sz="1000"/>
            </a:lvl9pPr>
          </a:lstStyle>
          <a:p>
            <a:endParaRPr lang="en-US"/>
          </a:p>
        </p:txBody>
      </p:sp>
      <p:sp>
        <p:nvSpPr>
          <p:cNvPr id="4" name="Text Placeholder 3"/>
          <p:cNvSpPr>
            <a:spLocks noGrp="1"/>
          </p:cNvSpPr>
          <p:nvPr>
            <p:ph type="body" sz="half" idx="2"/>
          </p:nvPr>
        </p:nvSpPr>
        <p:spPr>
          <a:xfrm>
            <a:off x="896144" y="3578225"/>
            <a:ext cx="2743200" cy="536575"/>
          </a:xfrm>
        </p:spPr>
        <p:txBody>
          <a:bodyPr/>
          <a:lstStyle>
            <a:lvl1pPr marL="0" indent="0">
              <a:buNone/>
              <a:defRPr sz="700"/>
            </a:lvl1pPr>
            <a:lvl2pPr marL="228600" indent="0">
              <a:buNone/>
              <a:defRPr sz="600"/>
            </a:lvl2pPr>
            <a:lvl3pPr marL="457200" indent="0">
              <a:buNone/>
              <a:defRPr sz="500"/>
            </a:lvl3pPr>
            <a:lvl4pPr marL="685800" indent="0">
              <a:buNone/>
              <a:defRPr sz="450"/>
            </a:lvl4pPr>
            <a:lvl5pPr marL="914400" indent="0">
              <a:buNone/>
              <a:defRPr sz="450"/>
            </a:lvl5pPr>
            <a:lvl6pPr marL="1143000" indent="0">
              <a:buNone/>
              <a:defRPr sz="450"/>
            </a:lvl6pPr>
            <a:lvl7pPr marL="1371600" indent="0">
              <a:buNone/>
              <a:defRPr sz="450"/>
            </a:lvl7pPr>
            <a:lvl8pPr marL="1600200" indent="0">
              <a:buNone/>
              <a:defRPr sz="450"/>
            </a:lvl8pPr>
            <a:lvl9pPr marL="1828800" indent="0">
              <a:buNone/>
              <a:defRPr sz="45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6" name="Footer Placeholder 5"/>
          <p:cNvSpPr>
            <a:spLocks noGrp="1"/>
          </p:cNvSpPr>
          <p:nvPr>
            <p:ph type="ftr" sz="quarter" idx="11"/>
          </p:nvPr>
        </p:nvSpPr>
        <p:spPr/>
        <p:txBody>
          <a:bodyPr/>
          <a:lstStyle/>
          <a:p>
            <a:endParaRPr lang="en-US">
              <a:solidFill>
                <a:prstClr val="black">
                  <a:tint val="75000"/>
                </a:prstClr>
              </a:solidFill>
            </a:endParaRPr>
          </a:p>
        </p:txBody>
      </p:sp>
      <p:sp>
        <p:nvSpPr>
          <p:cNvPr id="7" name="Slide Number Placeholder 6"/>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395673367"/>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4263698172"/>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314700" y="183092"/>
            <a:ext cx="1028700" cy="3901017"/>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228600" y="183092"/>
            <a:ext cx="3009900" cy="3901017"/>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11"/>
          </p:nvPr>
        </p:nvSpPr>
        <p:spPr/>
        <p:txBody>
          <a:bodyPr/>
          <a:lstStyle/>
          <a:p>
            <a:endParaRPr lang="en-US">
              <a:solidFill>
                <a:prstClr val="black">
                  <a:tint val="75000"/>
                </a:prstClr>
              </a:solidFill>
            </a:endParaRPr>
          </a:p>
        </p:txBody>
      </p:sp>
      <p:sp>
        <p:nvSpPr>
          <p:cNvPr id="6" name="Slide Number Placeholder 5"/>
          <p:cNvSpPr>
            <a:spLocks noGrp="1"/>
          </p:cNvSpPr>
          <p:nvPr>
            <p:ph type="sldNum" sz="quarter" idx="12"/>
          </p:nvPr>
        </p:nvSpPr>
        <p:spPr/>
        <p:txBody>
          <a:body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3833568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theme" Target="../theme/theme4.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2.xml"/><Relationship Id="rId3" Type="http://schemas.openxmlformats.org/officeDocument/2006/relationships/slideLayout" Target="../slideLayouts/slideLayout47.xml"/><Relationship Id="rId7" Type="http://schemas.openxmlformats.org/officeDocument/2006/relationships/slideLayout" Target="../slideLayouts/slideLayout51.xml"/><Relationship Id="rId12" Type="http://schemas.openxmlformats.org/officeDocument/2006/relationships/theme" Target="../theme/theme5.xml"/><Relationship Id="rId2" Type="http://schemas.openxmlformats.org/officeDocument/2006/relationships/slideLayout" Target="../slideLayouts/slideLayout46.xml"/><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0" Type="http://schemas.openxmlformats.org/officeDocument/2006/relationships/slideLayout" Target="../slideLayouts/slideLayout54.xml"/><Relationship Id="rId4" Type="http://schemas.openxmlformats.org/officeDocument/2006/relationships/slideLayout" Target="../slideLayouts/slideLayout48.xml"/><Relationship Id="rId9" Type="http://schemas.openxmlformats.org/officeDocument/2006/relationships/slideLayout" Target="../slideLayouts/slideLayout53.xml"/></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63.xml"/><Relationship Id="rId3" Type="http://schemas.openxmlformats.org/officeDocument/2006/relationships/slideLayout" Target="../slideLayouts/slideLayout58.xml"/><Relationship Id="rId7" Type="http://schemas.openxmlformats.org/officeDocument/2006/relationships/slideLayout" Target="../slideLayouts/slideLayout62.xml"/><Relationship Id="rId12" Type="http://schemas.openxmlformats.org/officeDocument/2006/relationships/theme" Target="../theme/theme6.xml"/><Relationship Id="rId2" Type="http://schemas.openxmlformats.org/officeDocument/2006/relationships/slideLayout" Target="../slideLayouts/slideLayout57.xml"/><Relationship Id="rId1" Type="http://schemas.openxmlformats.org/officeDocument/2006/relationships/slideLayout" Target="../slideLayouts/slideLayout56.xml"/><Relationship Id="rId6" Type="http://schemas.openxmlformats.org/officeDocument/2006/relationships/slideLayout" Target="../slideLayouts/slideLayout61.xml"/><Relationship Id="rId11" Type="http://schemas.openxmlformats.org/officeDocument/2006/relationships/slideLayout" Target="../slideLayouts/slideLayout66.xml"/><Relationship Id="rId5" Type="http://schemas.openxmlformats.org/officeDocument/2006/relationships/slideLayout" Target="../slideLayouts/slideLayout60.xml"/><Relationship Id="rId10" Type="http://schemas.openxmlformats.org/officeDocument/2006/relationships/slideLayout" Target="../slideLayouts/slideLayout65.xml"/><Relationship Id="rId4" Type="http://schemas.openxmlformats.org/officeDocument/2006/relationships/slideLayout" Target="../slideLayouts/slideLayout59.xml"/><Relationship Id="rId9" Type="http://schemas.openxmlformats.org/officeDocument/2006/relationships/slideLayout" Target="../slideLayouts/slideLayout6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8600" y="183092"/>
            <a:ext cx="4114800" cy="762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228600" y="1066800"/>
            <a:ext cx="4114800" cy="3017309"/>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228600" y="4237567"/>
            <a:ext cx="1066800" cy="243417"/>
          </a:xfrm>
          <a:prstGeom prst="rect">
            <a:avLst/>
          </a:prstGeom>
        </p:spPr>
        <p:txBody>
          <a:bodyPr vert="horz" lIns="91440" tIns="45720" rIns="91440" bIns="45720" rtlCol="0" anchor="ctr"/>
          <a:lstStyle>
            <a:lvl1pPr algn="l">
              <a:defRPr sz="600">
                <a:solidFill>
                  <a:schemeClr val="tx1">
                    <a:tint val="75000"/>
                  </a:schemeClr>
                </a:solidFill>
              </a:defRPr>
            </a:lvl1p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3"/>
          </p:nvPr>
        </p:nvSpPr>
        <p:spPr>
          <a:xfrm>
            <a:off x="1562100" y="4237567"/>
            <a:ext cx="1447800" cy="243417"/>
          </a:xfrm>
          <a:prstGeom prst="rect">
            <a:avLst/>
          </a:prstGeom>
        </p:spPr>
        <p:txBody>
          <a:bodyPr vert="horz" lIns="91440" tIns="45720" rIns="91440" bIns="45720" rtlCol="0" anchor="ctr"/>
          <a:lstStyle>
            <a:lvl1pPr algn="ctr">
              <a:defRPr sz="600">
                <a:solidFill>
                  <a:schemeClr val="tx1">
                    <a:tint val="75000"/>
                  </a:schemeClr>
                </a:solidFill>
              </a:defRPr>
            </a:lvl1pPr>
          </a:lstStyle>
          <a:p>
            <a:endParaRPr lang="en-US">
              <a:solidFill>
                <a:prstClr val="black">
                  <a:tint val="75000"/>
                </a:prstClr>
              </a:solidFill>
            </a:endParaRPr>
          </a:p>
        </p:txBody>
      </p:sp>
      <p:sp>
        <p:nvSpPr>
          <p:cNvPr id="6" name="Slide Number Placeholder 5"/>
          <p:cNvSpPr>
            <a:spLocks noGrp="1"/>
          </p:cNvSpPr>
          <p:nvPr>
            <p:ph type="sldNum" sz="quarter" idx="4"/>
          </p:nvPr>
        </p:nvSpPr>
        <p:spPr>
          <a:xfrm>
            <a:off x="3276600" y="4237567"/>
            <a:ext cx="1066800" cy="243417"/>
          </a:xfrm>
          <a:prstGeom prst="rect">
            <a:avLst/>
          </a:prstGeom>
        </p:spPr>
        <p:txBody>
          <a:bodyPr vert="horz" lIns="91440" tIns="45720" rIns="91440" bIns="45720" rtlCol="0" anchor="ctr"/>
          <a:lstStyle>
            <a:lvl1pPr algn="r">
              <a:defRPr sz="600">
                <a:solidFill>
                  <a:schemeClr val="tx1">
                    <a:tint val="75000"/>
                  </a:schemeClr>
                </a:solidFill>
              </a:defRPr>
            </a:lvl1p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82241052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ctr" defTabSz="457200" rtl="0" eaLnBrk="1" latinLnBrk="0" hangingPunct="1">
        <a:spcBef>
          <a:spcPct val="0"/>
        </a:spcBef>
        <a:buNone/>
        <a:defRPr sz="2200" kern="1200">
          <a:solidFill>
            <a:schemeClr val="tx1"/>
          </a:solidFill>
          <a:latin typeface="+mj-lt"/>
          <a:ea typeface="+mj-ea"/>
          <a:cs typeface="+mj-cs"/>
        </a:defRPr>
      </a:lvl1pPr>
    </p:titleStyle>
    <p:bodyStyle>
      <a:lvl1pPr marL="171450" indent="-171450" algn="l" defTabSz="457200" rtl="0" eaLnBrk="1" latinLnBrk="0" hangingPunct="1">
        <a:spcBef>
          <a:spcPct val="20000"/>
        </a:spcBef>
        <a:buFont typeface="Arial" pitchFamily="34" charset="0"/>
        <a:buChar char="•"/>
        <a:defRPr sz="1600" kern="1200">
          <a:solidFill>
            <a:schemeClr val="tx1"/>
          </a:solidFill>
          <a:latin typeface="+mn-lt"/>
          <a:ea typeface="+mn-ea"/>
          <a:cs typeface="+mn-cs"/>
        </a:defRPr>
      </a:lvl1pPr>
      <a:lvl2pPr marL="371475" indent="-142875" algn="l" defTabSz="457200" rtl="0" eaLnBrk="1" latinLnBrk="0" hangingPunct="1">
        <a:spcBef>
          <a:spcPct val="20000"/>
        </a:spcBef>
        <a:buFont typeface="Arial" pitchFamily="34" charset="0"/>
        <a:buChar char="–"/>
        <a:defRPr sz="1400" kern="1200">
          <a:solidFill>
            <a:schemeClr val="tx1"/>
          </a:solidFill>
          <a:latin typeface="+mn-lt"/>
          <a:ea typeface="+mn-ea"/>
          <a:cs typeface="+mn-cs"/>
        </a:defRPr>
      </a:lvl2pPr>
      <a:lvl3pPr marL="571500" indent="-114300" algn="l" defTabSz="457200" rtl="0" eaLnBrk="1" latinLnBrk="0" hangingPunct="1">
        <a:spcBef>
          <a:spcPct val="20000"/>
        </a:spcBef>
        <a:buFont typeface="Arial" pitchFamily="34" charset="0"/>
        <a:buChar char="•"/>
        <a:defRPr sz="1200" kern="1200">
          <a:solidFill>
            <a:schemeClr val="tx1"/>
          </a:solidFill>
          <a:latin typeface="+mn-lt"/>
          <a:ea typeface="+mn-ea"/>
          <a:cs typeface="+mn-cs"/>
        </a:defRPr>
      </a:lvl3pPr>
      <a:lvl4pPr marL="8001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4pPr>
      <a:lvl5pPr marL="10287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5pPr>
      <a:lvl6pPr marL="12573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9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5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31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9pPr>
    </p:bodyStyle>
    <p:otherStyle>
      <a:defPPr>
        <a:defRPr lang="en-US"/>
      </a:defPPr>
      <a:lvl1pPr marL="0" algn="l" defTabSz="457200" rtl="0" eaLnBrk="1" latinLnBrk="0" hangingPunct="1">
        <a:defRPr sz="900" kern="1200">
          <a:solidFill>
            <a:schemeClr val="tx1"/>
          </a:solidFill>
          <a:latin typeface="+mn-lt"/>
          <a:ea typeface="+mn-ea"/>
          <a:cs typeface="+mn-cs"/>
        </a:defRPr>
      </a:lvl1pPr>
      <a:lvl2pPr marL="228600" algn="l" defTabSz="457200" rtl="0" eaLnBrk="1" latinLnBrk="0" hangingPunct="1">
        <a:defRPr sz="900" kern="1200">
          <a:solidFill>
            <a:schemeClr val="tx1"/>
          </a:solidFill>
          <a:latin typeface="+mn-lt"/>
          <a:ea typeface="+mn-ea"/>
          <a:cs typeface="+mn-cs"/>
        </a:defRPr>
      </a:lvl2pPr>
      <a:lvl3pPr marL="457200" algn="l" defTabSz="457200" rtl="0" eaLnBrk="1" latinLnBrk="0" hangingPunct="1">
        <a:defRPr sz="900" kern="1200">
          <a:solidFill>
            <a:schemeClr val="tx1"/>
          </a:solidFill>
          <a:latin typeface="+mn-lt"/>
          <a:ea typeface="+mn-ea"/>
          <a:cs typeface="+mn-cs"/>
        </a:defRPr>
      </a:lvl3pPr>
      <a:lvl4pPr marL="685800" algn="l" defTabSz="457200" rtl="0" eaLnBrk="1" latinLnBrk="0" hangingPunct="1">
        <a:defRPr sz="900" kern="1200">
          <a:solidFill>
            <a:schemeClr val="tx1"/>
          </a:solidFill>
          <a:latin typeface="+mn-lt"/>
          <a:ea typeface="+mn-ea"/>
          <a:cs typeface="+mn-cs"/>
        </a:defRPr>
      </a:lvl4pPr>
      <a:lvl5pPr marL="914400" algn="l" defTabSz="457200" rtl="0" eaLnBrk="1" latinLnBrk="0" hangingPunct="1">
        <a:defRPr sz="900" kern="1200">
          <a:solidFill>
            <a:schemeClr val="tx1"/>
          </a:solidFill>
          <a:latin typeface="+mn-lt"/>
          <a:ea typeface="+mn-ea"/>
          <a:cs typeface="+mn-cs"/>
        </a:defRPr>
      </a:lvl5pPr>
      <a:lvl6pPr marL="1143000" algn="l" defTabSz="457200" rtl="0" eaLnBrk="1" latinLnBrk="0" hangingPunct="1">
        <a:defRPr sz="900" kern="1200">
          <a:solidFill>
            <a:schemeClr val="tx1"/>
          </a:solidFill>
          <a:latin typeface="+mn-lt"/>
          <a:ea typeface="+mn-ea"/>
          <a:cs typeface="+mn-cs"/>
        </a:defRPr>
      </a:lvl6pPr>
      <a:lvl7pPr marL="1371600" algn="l" defTabSz="457200" rtl="0" eaLnBrk="1" latinLnBrk="0" hangingPunct="1">
        <a:defRPr sz="900" kern="1200">
          <a:solidFill>
            <a:schemeClr val="tx1"/>
          </a:solidFill>
          <a:latin typeface="+mn-lt"/>
          <a:ea typeface="+mn-ea"/>
          <a:cs typeface="+mn-cs"/>
        </a:defRPr>
      </a:lvl7pPr>
      <a:lvl8pPr marL="1600200" algn="l" defTabSz="457200" rtl="0" eaLnBrk="1" latinLnBrk="0" hangingPunct="1">
        <a:defRPr sz="900" kern="1200">
          <a:solidFill>
            <a:schemeClr val="tx1"/>
          </a:solidFill>
          <a:latin typeface="+mn-lt"/>
          <a:ea typeface="+mn-ea"/>
          <a:cs typeface="+mn-cs"/>
        </a:defRPr>
      </a:lvl8pPr>
      <a:lvl9pPr marL="1828800" algn="l" defTabSz="457200" rtl="0" eaLnBrk="1" latinLnBrk="0" hangingPunct="1">
        <a:defRPr sz="9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8600" y="183092"/>
            <a:ext cx="4114800" cy="762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228600" y="1066800"/>
            <a:ext cx="4114800" cy="3017309"/>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228600" y="4237567"/>
            <a:ext cx="1066800" cy="243417"/>
          </a:xfrm>
          <a:prstGeom prst="rect">
            <a:avLst/>
          </a:prstGeom>
        </p:spPr>
        <p:txBody>
          <a:bodyPr vert="horz" lIns="91440" tIns="45720" rIns="91440" bIns="45720" rtlCol="0" anchor="ctr"/>
          <a:lstStyle>
            <a:lvl1pPr algn="l">
              <a:defRPr sz="600">
                <a:solidFill>
                  <a:schemeClr val="tx1">
                    <a:tint val="75000"/>
                  </a:schemeClr>
                </a:solidFill>
              </a:defRPr>
            </a:lvl1p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3"/>
          </p:nvPr>
        </p:nvSpPr>
        <p:spPr>
          <a:xfrm>
            <a:off x="1562100" y="4237567"/>
            <a:ext cx="1447800" cy="243417"/>
          </a:xfrm>
          <a:prstGeom prst="rect">
            <a:avLst/>
          </a:prstGeom>
        </p:spPr>
        <p:txBody>
          <a:bodyPr vert="horz" lIns="91440" tIns="45720" rIns="91440" bIns="45720" rtlCol="0" anchor="ctr"/>
          <a:lstStyle>
            <a:lvl1pPr algn="ctr">
              <a:defRPr sz="600">
                <a:solidFill>
                  <a:schemeClr val="tx1">
                    <a:tint val="75000"/>
                  </a:schemeClr>
                </a:solidFill>
              </a:defRPr>
            </a:lvl1pPr>
          </a:lstStyle>
          <a:p>
            <a:endParaRPr lang="en-US">
              <a:solidFill>
                <a:prstClr val="black">
                  <a:tint val="75000"/>
                </a:prstClr>
              </a:solidFill>
            </a:endParaRPr>
          </a:p>
        </p:txBody>
      </p:sp>
      <p:sp>
        <p:nvSpPr>
          <p:cNvPr id="6" name="Slide Number Placeholder 5"/>
          <p:cNvSpPr>
            <a:spLocks noGrp="1"/>
          </p:cNvSpPr>
          <p:nvPr>
            <p:ph type="sldNum" sz="quarter" idx="4"/>
          </p:nvPr>
        </p:nvSpPr>
        <p:spPr>
          <a:xfrm>
            <a:off x="3276600" y="4237567"/>
            <a:ext cx="1066800" cy="243417"/>
          </a:xfrm>
          <a:prstGeom prst="rect">
            <a:avLst/>
          </a:prstGeom>
        </p:spPr>
        <p:txBody>
          <a:bodyPr vert="horz" lIns="91440" tIns="45720" rIns="91440" bIns="45720" rtlCol="0" anchor="ctr"/>
          <a:lstStyle>
            <a:lvl1pPr algn="r">
              <a:defRPr sz="600">
                <a:solidFill>
                  <a:schemeClr val="tx1">
                    <a:tint val="75000"/>
                  </a:schemeClr>
                </a:solidFill>
              </a:defRPr>
            </a:lvl1p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103302177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ctr" defTabSz="457200" rtl="0" eaLnBrk="1" latinLnBrk="0" hangingPunct="1">
        <a:spcBef>
          <a:spcPct val="0"/>
        </a:spcBef>
        <a:buNone/>
        <a:defRPr sz="2200" kern="1200">
          <a:solidFill>
            <a:schemeClr val="tx1"/>
          </a:solidFill>
          <a:latin typeface="+mj-lt"/>
          <a:ea typeface="+mj-ea"/>
          <a:cs typeface="+mj-cs"/>
        </a:defRPr>
      </a:lvl1pPr>
    </p:titleStyle>
    <p:bodyStyle>
      <a:lvl1pPr marL="171450" indent="-171450" algn="l" defTabSz="457200" rtl="0" eaLnBrk="1" latinLnBrk="0" hangingPunct="1">
        <a:spcBef>
          <a:spcPct val="20000"/>
        </a:spcBef>
        <a:buFont typeface="Arial" pitchFamily="34" charset="0"/>
        <a:buChar char="•"/>
        <a:defRPr sz="1600" kern="1200">
          <a:solidFill>
            <a:schemeClr val="tx1"/>
          </a:solidFill>
          <a:latin typeface="+mn-lt"/>
          <a:ea typeface="+mn-ea"/>
          <a:cs typeface="+mn-cs"/>
        </a:defRPr>
      </a:lvl1pPr>
      <a:lvl2pPr marL="371475" indent="-142875" algn="l" defTabSz="457200" rtl="0" eaLnBrk="1" latinLnBrk="0" hangingPunct="1">
        <a:spcBef>
          <a:spcPct val="20000"/>
        </a:spcBef>
        <a:buFont typeface="Arial" pitchFamily="34" charset="0"/>
        <a:buChar char="–"/>
        <a:defRPr sz="1400" kern="1200">
          <a:solidFill>
            <a:schemeClr val="tx1"/>
          </a:solidFill>
          <a:latin typeface="+mn-lt"/>
          <a:ea typeface="+mn-ea"/>
          <a:cs typeface="+mn-cs"/>
        </a:defRPr>
      </a:lvl2pPr>
      <a:lvl3pPr marL="571500" indent="-114300" algn="l" defTabSz="457200" rtl="0" eaLnBrk="1" latinLnBrk="0" hangingPunct="1">
        <a:spcBef>
          <a:spcPct val="20000"/>
        </a:spcBef>
        <a:buFont typeface="Arial" pitchFamily="34" charset="0"/>
        <a:buChar char="•"/>
        <a:defRPr sz="1200" kern="1200">
          <a:solidFill>
            <a:schemeClr val="tx1"/>
          </a:solidFill>
          <a:latin typeface="+mn-lt"/>
          <a:ea typeface="+mn-ea"/>
          <a:cs typeface="+mn-cs"/>
        </a:defRPr>
      </a:lvl3pPr>
      <a:lvl4pPr marL="8001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4pPr>
      <a:lvl5pPr marL="10287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5pPr>
      <a:lvl6pPr marL="12573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9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5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31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9pPr>
    </p:bodyStyle>
    <p:otherStyle>
      <a:defPPr>
        <a:defRPr lang="en-US"/>
      </a:defPPr>
      <a:lvl1pPr marL="0" algn="l" defTabSz="457200" rtl="0" eaLnBrk="1" latinLnBrk="0" hangingPunct="1">
        <a:defRPr sz="900" kern="1200">
          <a:solidFill>
            <a:schemeClr val="tx1"/>
          </a:solidFill>
          <a:latin typeface="+mn-lt"/>
          <a:ea typeface="+mn-ea"/>
          <a:cs typeface="+mn-cs"/>
        </a:defRPr>
      </a:lvl1pPr>
      <a:lvl2pPr marL="228600" algn="l" defTabSz="457200" rtl="0" eaLnBrk="1" latinLnBrk="0" hangingPunct="1">
        <a:defRPr sz="900" kern="1200">
          <a:solidFill>
            <a:schemeClr val="tx1"/>
          </a:solidFill>
          <a:latin typeface="+mn-lt"/>
          <a:ea typeface="+mn-ea"/>
          <a:cs typeface="+mn-cs"/>
        </a:defRPr>
      </a:lvl2pPr>
      <a:lvl3pPr marL="457200" algn="l" defTabSz="457200" rtl="0" eaLnBrk="1" latinLnBrk="0" hangingPunct="1">
        <a:defRPr sz="900" kern="1200">
          <a:solidFill>
            <a:schemeClr val="tx1"/>
          </a:solidFill>
          <a:latin typeface="+mn-lt"/>
          <a:ea typeface="+mn-ea"/>
          <a:cs typeface="+mn-cs"/>
        </a:defRPr>
      </a:lvl3pPr>
      <a:lvl4pPr marL="685800" algn="l" defTabSz="457200" rtl="0" eaLnBrk="1" latinLnBrk="0" hangingPunct="1">
        <a:defRPr sz="900" kern="1200">
          <a:solidFill>
            <a:schemeClr val="tx1"/>
          </a:solidFill>
          <a:latin typeface="+mn-lt"/>
          <a:ea typeface="+mn-ea"/>
          <a:cs typeface="+mn-cs"/>
        </a:defRPr>
      </a:lvl4pPr>
      <a:lvl5pPr marL="914400" algn="l" defTabSz="457200" rtl="0" eaLnBrk="1" latinLnBrk="0" hangingPunct="1">
        <a:defRPr sz="900" kern="1200">
          <a:solidFill>
            <a:schemeClr val="tx1"/>
          </a:solidFill>
          <a:latin typeface="+mn-lt"/>
          <a:ea typeface="+mn-ea"/>
          <a:cs typeface="+mn-cs"/>
        </a:defRPr>
      </a:lvl5pPr>
      <a:lvl6pPr marL="1143000" algn="l" defTabSz="457200" rtl="0" eaLnBrk="1" latinLnBrk="0" hangingPunct="1">
        <a:defRPr sz="900" kern="1200">
          <a:solidFill>
            <a:schemeClr val="tx1"/>
          </a:solidFill>
          <a:latin typeface="+mn-lt"/>
          <a:ea typeface="+mn-ea"/>
          <a:cs typeface="+mn-cs"/>
        </a:defRPr>
      </a:lvl6pPr>
      <a:lvl7pPr marL="1371600" algn="l" defTabSz="457200" rtl="0" eaLnBrk="1" latinLnBrk="0" hangingPunct="1">
        <a:defRPr sz="900" kern="1200">
          <a:solidFill>
            <a:schemeClr val="tx1"/>
          </a:solidFill>
          <a:latin typeface="+mn-lt"/>
          <a:ea typeface="+mn-ea"/>
          <a:cs typeface="+mn-cs"/>
        </a:defRPr>
      </a:lvl7pPr>
      <a:lvl8pPr marL="1600200" algn="l" defTabSz="457200" rtl="0" eaLnBrk="1" latinLnBrk="0" hangingPunct="1">
        <a:defRPr sz="900" kern="1200">
          <a:solidFill>
            <a:schemeClr val="tx1"/>
          </a:solidFill>
          <a:latin typeface="+mn-lt"/>
          <a:ea typeface="+mn-ea"/>
          <a:cs typeface="+mn-cs"/>
        </a:defRPr>
      </a:lvl8pPr>
      <a:lvl9pPr marL="1828800" algn="l" defTabSz="457200" rtl="0" eaLnBrk="1" latinLnBrk="0" hangingPunct="1">
        <a:defRPr sz="9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8600" y="183092"/>
            <a:ext cx="4114800" cy="762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228600" y="1066800"/>
            <a:ext cx="4114800" cy="3017309"/>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228600" y="4237567"/>
            <a:ext cx="1066800" cy="243417"/>
          </a:xfrm>
          <a:prstGeom prst="rect">
            <a:avLst/>
          </a:prstGeom>
        </p:spPr>
        <p:txBody>
          <a:bodyPr vert="horz" lIns="91440" tIns="45720" rIns="91440" bIns="45720" rtlCol="0" anchor="ctr"/>
          <a:lstStyle>
            <a:lvl1pPr algn="l">
              <a:defRPr sz="600">
                <a:solidFill>
                  <a:schemeClr val="tx1">
                    <a:tint val="75000"/>
                  </a:schemeClr>
                </a:solidFill>
              </a:defRPr>
            </a:lvl1p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3"/>
          </p:nvPr>
        </p:nvSpPr>
        <p:spPr>
          <a:xfrm>
            <a:off x="1562100" y="4237567"/>
            <a:ext cx="1447800" cy="243417"/>
          </a:xfrm>
          <a:prstGeom prst="rect">
            <a:avLst/>
          </a:prstGeom>
        </p:spPr>
        <p:txBody>
          <a:bodyPr vert="horz" lIns="91440" tIns="45720" rIns="91440" bIns="45720" rtlCol="0" anchor="ctr"/>
          <a:lstStyle>
            <a:lvl1pPr algn="ctr">
              <a:defRPr sz="600">
                <a:solidFill>
                  <a:schemeClr val="tx1">
                    <a:tint val="75000"/>
                  </a:schemeClr>
                </a:solidFill>
              </a:defRPr>
            </a:lvl1pPr>
          </a:lstStyle>
          <a:p>
            <a:endParaRPr lang="en-US">
              <a:solidFill>
                <a:prstClr val="black">
                  <a:tint val="75000"/>
                </a:prstClr>
              </a:solidFill>
            </a:endParaRPr>
          </a:p>
        </p:txBody>
      </p:sp>
      <p:sp>
        <p:nvSpPr>
          <p:cNvPr id="6" name="Slide Number Placeholder 5"/>
          <p:cNvSpPr>
            <a:spLocks noGrp="1"/>
          </p:cNvSpPr>
          <p:nvPr>
            <p:ph type="sldNum" sz="quarter" idx="4"/>
          </p:nvPr>
        </p:nvSpPr>
        <p:spPr>
          <a:xfrm>
            <a:off x="3276600" y="4237567"/>
            <a:ext cx="1066800" cy="243417"/>
          </a:xfrm>
          <a:prstGeom prst="rect">
            <a:avLst/>
          </a:prstGeom>
        </p:spPr>
        <p:txBody>
          <a:bodyPr vert="horz" lIns="91440" tIns="45720" rIns="91440" bIns="45720" rtlCol="0" anchor="ctr"/>
          <a:lstStyle>
            <a:lvl1pPr algn="r">
              <a:defRPr sz="600">
                <a:solidFill>
                  <a:schemeClr val="tx1">
                    <a:tint val="75000"/>
                  </a:schemeClr>
                </a:solidFill>
              </a:defRPr>
            </a:lvl1p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691773949"/>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ctr" defTabSz="457200" rtl="0" eaLnBrk="1" latinLnBrk="0" hangingPunct="1">
        <a:spcBef>
          <a:spcPct val="0"/>
        </a:spcBef>
        <a:buNone/>
        <a:defRPr sz="2200" kern="1200">
          <a:solidFill>
            <a:schemeClr val="tx1"/>
          </a:solidFill>
          <a:latin typeface="+mj-lt"/>
          <a:ea typeface="+mj-ea"/>
          <a:cs typeface="+mj-cs"/>
        </a:defRPr>
      </a:lvl1pPr>
    </p:titleStyle>
    <p:bodyStyle>
      <a:lvl1pPr marL="171450" indent="-171450" algn="l" defTabSz="457200" rtl="0" eaLnBrk="1" latinLnBrk="0" hangingPunct="1">
        <a:spcBef>
          <a:spcPct val="20000"/>
        </a:spcBef>
        <a:buFont typeface="Arial" pitchFamily="34" charset="0"/>
        <a:buChar char="•"/>
        <a:defRPr sz="1600" kern="1200">
          <a:solidFill>
            <a:schemeClr val="tx1"/>
          </a:solidFill>
          <a:latin typeface="+mn-lt"/>
          <a:ea typeface="+mn-ea"/>
          <a:cs typeface="+mn-cs"/>
        </a:defRPr>
      </a:lvl1pPr>
      <a:lvl2pPr marL="371475" indent="-142875" algn="l" defTabSz="457200" rtl="0" eaLnBrk="1" latinLnBrk="0" hangingPunct="1">
        <a:spcBef>
          <a:spcPct val="20000"/>
        </a:spcBef>
        <a:buFont typeface="Arial" pitchFamily="34" charset="0"/>
        <a:buChar char="–"/>
        <a:defRPr sz="1400" kern="1200">
          <a:solidFill>
            <a:schemeClr val="tx1"/>
          </a:solidFill>
          <a:latin typeface="+mn-lt"/>
          <a:ea typeface="+mn-ea"/>
          <a:cs typeface="+mn-cs"/>
        </a:defRPr>
      </a:lvl2pPr>
      <a:lvl3pPr marL="571500" indent="-114300" algn="l" defTabSz="457200" rtl="0" eaLnBrk="1" latinLnBrk="0" hangingPunct="1">
        <a:spcBef>
          <a:spcPct val="20000"/>
        </a:spcBef>
        <a:buFont typeface="Arial" pitchFamily="34" charset="0"/>
        <a:buChar char="•"/>
        <a:defRPr sz="1200" kern="1200">
          <a:solidFill>
            <a:schemeClr val="tx1"/>
          </a:solidFill>
          <a:latin typeface="+mn-lt"/>
          <a:ea typeface="+mn-ea"/>
          <a:cs typeface="+mn-cs"/>
        </a:defRPr>
      </a:lvl3pPr>
      <a:lvl4pPr marL="8001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4pPr>
      <a:lvl5pPr marL="10287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5pPr>
      <a:lvl6pPr marL="12573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9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5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31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9pPr>
    </p:bodyStyle>
    <p:otherStyle>
      <a:defPPr>
        <a:defRPr lang="en-US"/>
      </a:defPPr>
      <a:lvl1pPr marL="0" algn="l" defTabSz="457200" rtl="0" eaLnBrk="1" latinLnBrk="0" hangingPunct="1">
        <a:defRPr sz="900" kern="1200">
          <a:solidFill>
            <a:schemeClr val="tx1"/>
          </a:solidFill>
          <a:latin typeface="+mn-lt"/>
          <a:ea typeface="+mn-ea"/>
          <a:cs typeface="+mn-cs"/>
        </a:defRPr>
      </a:lvl1pPr>
      <a:lvl2pPr marL="228600" algn="l" defTabSz="457200" rtl="0" eaLnBrk="1" latinLnBrk="0" hangingPunct="1">
        <a:defRPr sz="900" kern="1200">
          <a:solidFill>
            <a:schemeClr val="tx1"/>
          </a:solidFill>
          <a:latin typeface="+mn-lt"/>
          <a:ea typeface="+mn-ea"/>
          <a:cs typeface="+mn-cs"/>
        </a:defRPr>
      </a:lvl2pPr>
      <a:lvl3pPr marL="457200" algn="l" defTabSz="457200" rtl="0" eaLnBrk="1" latinLnBrk="0" hangingPunct="1">
        <a:defRPr sz="900" kern="1200">
          <a:solidFill>
            <a:schemeClr val="tx1"/>
          </a:solidFill>
          <a:latin typeface="+mn-lt"/>
          <a:ea typeface="+mn-ea"/>
          <a:cs typeface="+mn-cs"/>
        </a:defRPr>
      </a:lvl3pPr>
      <a:lvl4pPr marL="685800" algn="l" defTabSz="457200" rtl="0" eaLnBrk="1" latinLnBrk="0" hangingPunct="1">
        <a:defRPr sz="900" kern="1200">
          <a:solidFill>
            <a:schemeClr val="tx1"/>
          </a:solidFill>
          <a:latin typeface="+mn-lt"/>
          <a:ea typeface="+mn-ea"/>
          <a:cs typeface="+mn-cs"/>
        </a:defRPr>
      </a:lvl4pPr>
      <a:lvl5pPr marL="914400" algn="l" defTabSz="457200" rtl="0" eaLnBrk="1" latinLnBrk="0" hangingPunct="1">
        <a:defRPr sz="900" kern="1200">
          <a:solidFill>
            <a:schemeClr val="tx1"/>
          </a:solidFill>
          <a:latin typeface="+mn-lt"/>
          <a:ea typeface="+mn-ea"/>
          <a:cs typeface="+mn-cs"/>
        </a:defRPr>
      </a:lvl5pPr>
      <a:lvl6pPr marL="1143000" algn="l" defTabSz="457200" rtl="0" eaLnBrk="1" latinLnBrk="0" hangingPunct="1">
        <a:defRPr sz="900" kern="1200">
          <a:solidFill>
            <a:schemeClr val="tx1"/>
          </a:solidFill>
          <a:latin typeface="+mn-lt"/>
          <a:ea typeface="+mn-ea"/>
          <a:cs typeface="+mn-cs"/>
        </a:defRPr>
      </a:lvl6pPr>
      <a:lvl7pPr marL="1371600" algn="l" defTabSz="457200" rtl="0" eaLnBrk="1" latinLnBrk="0" hangingPunct="1">
        <a:defRPr sz="900" kern="1200">
          <a:solidFill>
            <a:schemeClr val="tx1"/>
          </a:solidFill>
          <a:latin typeface="+mn-lt"/>
          <a:ea typeface="+mn-ea"/>
          <a:cs typeface="+mn-cs"/>
        </a:defRPr>
      </a:lvl7pPr>
      <a:lvl8pPr marL="1600200" algn="l" defTabSz="457200" rtl="0" eaLnBrk="1" latinLnBrk="0" hangingPunct="1">
        <a:defRPr sz="900" kern="1200">
          <a:solidFill>
            <a:schemeClr val="tx1"/>
          </a:solidFill>
          <a:latin typeface="+mn-lt"/>
          <a:ea typeface="+mn-ea"/>
          <a:cs typeface="+mn-cs"/>
        </a:defRPr>
      </a:lvl8pPr>
      <a:lvl9pPr marL="1828800" algn="l" defTabSz="457200" rtl="0" eaLnBrk="1" latinLnBrk="0" hangingPunct="1">
        <a:defRPr sz="9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8600" y="183092"/>
            <a:ext cx="4114800" cy="762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228600" y="1066800"/>
            <a:ext cx="4114800" cy="3017309"/>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228600" y="4237567"/>
            <a:ext cx="1066800" cy="243417"/>
          </a:xfrm>
          <a:prstGeom prst="rect">
            <a:avLst/>
          </a:prstGeom>
        </p:spPr>
        <p:txBody>
          <a:bodyPr vert="horz" lIns="91440" tIns="45720" rIns="91440" bIns="45720" rtlCol="0" anchor="ctr"/>
          <a:lstStyle>
            <a:lvl1pPr algn="l">
              <a:defRPr sz="600">
                <a:solidFill>
                  <a:schemeClr val="tx1">
                    <a:tint val="75000"/>
                  </a:schemeClr>
                </a:solidFill>
              </a:defRPr>
            </a:lvl1p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3"/>
          </p:nvPr>
        </p:nvSpPr>
        <p:spPr>
          <a:xfrm>
            <a:off x="1562100" y="4237567"/>
            <a:ext cx="1447800" cy="243417"/>
          </a:xfrm>
          <a:prstGeom prst="rect">
            <a:avLst/>
          </a:prstGeom>
        </p:spPr>
        <p:txBody>
          <a:bodyPr vert="horz" lIns="91440" tIns="45720" rIns="91440" bIns="45720" rtlCol="0" anchor="ctr"/>
          <a:lstStyle>
            <a:lvl1pPr algn="ctr">
              <a:defRPr sz="600">
                <a:solidFill>
                  <a:schemeClr val="tx1">
                    <a:tint val="75000"/>
                  </a:schemeClr>
                </a:solidFill>
              </a:defRPr>
            </a:lvl1pPr>
          </a:lstStyle>
          <a:p>
            <a:endParaRPr lang="en-US">
              <a:solidFill>
                <a:prstClr val="black">
                  <a:tint val="75000"/>
                </a:prstClr>
              </a:solidFill>
            </a:endParaRPr>
          </a:p>
        </p:txBody>
      </p:sp>
      <p:sp>
        <p:nvSpPr>
          <p:cNvPr id="6" name="Slide Number Placeholder 5"/>
          <p:cNvSpPr>
            <a:spLocks noGrp="1"/>
          </p:cNvSpPr>
          <p:nvPr>
            <p:ph type="sldNum" sz="quarter" idx="4"/>
          </p:nvPr>
        </p:nvSpPr>
        <p:spPr>
          <a:xfrm>
            <a:off x="3276600" y="4237567"/>
            <a:ext cx="1066800" cy="243417"/>
          </a:xfrm>
          <a:prstGeom prst="rect">
            <a:avLst/>
          </a:prstGeom>
        </p:spPr>
        <p:txBody>
          <a:bodyPr vert="horz" lIns="91440" tIns="45720" rIns="91440" bIns="45720" rtlCol="0" anchor="ctr"/>
          <a:lstStyle>
            <a:lvl1pPr algn="r">
              <a:defRPr sz="600">
                <a:solidFill>
                  <a:schemeClr val="tx1">
                    <a:tint val="75000"/>
                  </a:schemeClr>
                </a:solidFill>
              </a:defRPr>
            </a:lvl1p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850231079"/>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txStyles>
    <p:titleStyle>
      <a:lvl1pPr algn="ctr" defTabSz="457200" rtl="0" eaLnBrk="1" latinLnBrk="0" hangingPunct="1">
        <a:spcBef>
          <a:spcPct val="0"/>
        </a:spcBef>
        <a:buNone/>
        <a:defRPr sz="2200" kern="1200">
          <a:solidFill>
            <a:schemeClr val="tx1"/>
          </a:solidFill>
          <a:latin typeface="+mj-lt"/>
          <a:ea typeface="+mj-ea"/>
          <a:cs typeface="+mj-cs"/>
        </a:defRPr>
      </a:lvl1pPr>
    </p:titleStyle>
    <p:bodyStyle>
      <a:lvl1pPr marL="171450" indent="-171450" algn="l" defTabSz="457200" rtl="0" eaLnBrk="1" latinLnBrk="0" hangingPunct="1">
        <a:spcBef>
          <a:spcPct val="20000"/>
        </a:spcBef>
        <a:buFont typeface="Arial" pitchFamily="34" charset="0"/>
        <a:buChar char="•"/>
        <a:defRPr sz="1600" kern="1200">
          <a:solidFill>
            <a:schemeClr val="tx1"/>
          </a:solidFill>
          <a:latin typeface="+mn-lt"/>
          <a:ea typeface="+mn-ea"/>
          <a:cs typeface="+mn-cs"/>
        </a:defRPr>
      </a:lvl1pPr>
      <a:lvl2pPr marL="371475" indent="-142875" algn="l" defTabSz="457200" rtl="0" eaLnBrk="1" latinLnBrk="0" hangingPunct="1">
        <a:spcBef>
          <a:spcPct val="20000"/>
        </a:spcBef>
        <a:buFont typeface="Arial" pitchFamily="34" charset="0"/>
        <a:buChar char="–"/>
        <a:defRPr sz="1400" kern="1200">
          <a:solidFill>
            <a:schemeClr val="tx1"/>
          </a:solidFill>
          <a:latin typeface="+mn-lt"/>
          <a:ea typeface="+mn-ea"/>
          <a:cs typeface="+mn-cs"/>
        </a:defRPr>
      </a:lvl2pPr>
      <a:lvl3pPr marL="571500" indent="-114300" algn="l" defTabSz="457200" rtl="0" eaLnBrk="1" latinLnBrk="0" hangingPunct="1">
        <a:spcBef>
          <a:spcPct val="20000"/>
        </a:spcBef>
        <a:buFont typeface="Arial" pitchFamily="34" charset="0"/>
        <a:buChar char="•"/>
        <a:defRPr sz="1200" kern="1200">
          <a:solidFill>
            <a:schemeClr val="tx1"/>
          </a:solidFill>
          <a:latin typeface="+mn-lt"/>
          <a:ea typeface="+mn-ea"/>
          <a:cs typeface="+mn-cs"/>
        </a:defRPr>
      </a:lvl3pPr>
      <a:lvl4pPr marL="8001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4pPr>
      <a:lvl5pPr marL="10287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5pPr>
      <a:lvl6pPr marL="12573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9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5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31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9pPr>
    </p:bodyStyle>
    <p:otherStyle>
      <a:defPPr>
        <a:defRPr lang="en-US"/>
      </a:defPPr>
      <a:lvl1pPr marL="0" algn="l" defTabSz="457200" rtl="0" eaLnBrk="1" latinLnBrk="0" hangingPunct="1">
        <a:defRPr sz="900" kern="1200">
          <a:solidFill>
            <a:schemeClr val="tx1"/>
          </a:solidFill>
          <a:latin typeface="+mn-lt"/>
          <a:ea typeface="+mn-ea"/>
          <a:cs typeface="+mn-cs"/>
        </a:defRPr>
      </a:lvl1pPr>
      <a:lvl2pPr marL="228600" algn="l" defTabSz="457200" rtl="0" eaLnBrk="1" latinLnBrk="0" hangingPunct="1">
        <a:defRPr sz="900" kern="1200">
          <a:solidFill>
            <a:schemeClr val="tx1"/>
          </a:solidFill>
          <a:latin typeface="+mn-lt"/>
          <a:ea typeface="+mn-ea"/>
          <a:cs typeface="+mn-cs"/>
        </a:defRPr>
      </a:lvl2pPr>
      <a:lvl3pPr marL="457200" algn="l" defTabSz="457200" rtl="0" eaLnBrk="1" latinLnBrk="0" hangingPunct="1">
        <a:defRPr sz="900" kern="1200">
          <a:solidFill>
            <a:schemeClr val="tx1"/>
          </a:solidFill>
          <a:latin typeface="+mn-lt"/>
          <a:ea typeface="+mn-ea"/>
          <a:cs typeface="+mn-cs"/>
        </a:defRPr>
      </a:lvl3pPr>
      <a:lvl4pPr marL="685800" algn="l" defTabSz="457200" rtl="0" eaLnBrk="1" latinLnBrk="0" hangingPunct="1">
        <a:defRPr sz="900" kern="1200">
          <a:solidFill>
            <a:schemeClr val="tx1"/>
          </a:solidFill>
          <a:latin typeface="+mn-lt"/>
          <a:ea typeface="+mn-ea"/>
          <a:cs typeface="+mn-cs"/>
        </a:defRPr>
      </a:lvl4pPr>
      <a:lvl5pPr marL="914400" algn="l" defTabSz="457200" rtl="0" eaLnBrk="1" latinLnBrk="0" hangingPunct="1">
        <a:defRPr sz="900" kern="1200">
          <a:solidFill>
            <a:schemeClr val="tx1"/>
          </a:solidFill>
          <a:latin typeface="+mn-lt"/>
          <a:ea typeface="+mn-ea"/>
          <a:cs typeface="+mn-cs"/>
        </a:defRPr>
      </a:lvl5pPr>
      <a:lvl6pPr marL="1143000" algn="l" defTabSz="457200" rtl="0" eaLnBrk="1" latinLnBrk="0" hangingPunct="1">
        <a:defRPr sz="900" kern="1200">
          <a:solidFill>
            <a:schemeClr val="tx1"/>
          </a:solidFill>
          <a:latin typeface="+mn-lt"/>
          <a:ea typeface="+mn-ea"/>
          <a:cs typeface="+mn-cs"/>
        </a:defRPr>
      </a:lvl6pPr>
      <a:lvl7pPr marL="1371600" algn="l" defTabSz="457200" rtl="0" eaLnBrk="1" latinLnBrk="0" hangingPunct="1">
        <a:defRPr sz="900" kern="1200">
          <a:solidFill>
            <a:schemeClr val="tx1"/>
          </a:solidFill>
          <a:latin typeface="+mn-lt"/>
          <a:ea typeface="+mn-ea"/>
          <a:cs typeface="+mn-cs"/>
        </a:defRPr>
      </a:lvl7pPr>
      <a:lvl8pPr marL="1600200" algn="l" defTabSz="457200" rtl="0" eaLnBrk="1" latinLnBrk="0" hangingPunct="1">
        <a:defRPr sz="900" kern="1200">
          <a:solidFill>
            <a:schemeClr val="tx1"/>
          </a:solidFill>
          <a:latin typeface="+mn-lt"/>
          <a:ea typeface="+mn-ea"/>
          <a:cs typeface="+mn-cs"/>
        </a:defRPr>
      </a:lvl8pPr>
      <a:lvl9pPr marL="1828800" algn="l" defTabSz="457200" rtl="0" eaLnBrk="1" latinLnBrk="0" hangingPunct="1">
        <a:defRPr sz="9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8600" y="183092"/>
            <a:ext cx="4114800" cy="762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228600" y="1066800"/>
            <a:ext cx="4114800" cy="3017309"/>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228600" y="4237567"/>
            <a:ext cx="1066800" cy="243417"/>
          </a:xfrm>
          <a:prstGeom prst="rect">
            <a:avLst/>
          </a:prstGeom>
        </p:spPr>
        <p:txBody>
          <a:bodyPr vert="horz" lIns="91440" tIns="45720" rIns="91440" bIns="45720" rtlCol="0" anchor="ctr"/>
          <a:lstStyle>
            <a:lvl1pPr algn="l">
              <a:defRPr sz="600">
                <a:solidFill>
                  <a:schemeClr val="tx1">
                    <a:tint val="75000"/>
                  </a:schemeClr>
                </a:solidFill>
              </a:defRPr>
            </a:lvl1p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3"/>
          </p:nvPr>
        </p:nvSpPr>
        <p:spPr>
          <a:xfrm>
            <a:off x="1562100" y="4237567"/>
            <a:ext cx="1447800" cy="243417"/>
          </a:xfrm>
          <a:prstGeom prst="rect">
            <a:avLst/>
          </a:prstGeom>
        </p:spPr>
        <p:txBody>
          <a:bodyPr vert="horz" lIns="91440" tIns="45720" rIns="91440" bIns="45720" rtlCol="0" anchor="ctr"/>
          <a:lstStyle>
            <a:lvl1pPr algn="ctr">
              <a:defRPr sz="600">
                <a:solidFill>
                  <a:schemeClr val="tx1">
                    <a:tint val="75000"/>
                  </a:schemeClr>
                </a:solidFill>
              </a:defRPr>
            </a:lvl1pPr>
          </a:lstStyle>
          <a:p>
            <a:endParaRPr lang="en-US">
              <a:solidFill>
                <a:prstClr val="black">
                  <a:tint val="75000"/>
                </a:prstClr>
              </a:solidFill>
            </a:endParaRPr>
          </a:p>
        </p:txBody>
      </p:sp>
      <p:sp>
        <p:nvSpPr>
          <p:cNvPr id="6" name="Slide Number Placeholder 5"/>
          <p:cNvSpPr>
            <a:spLocks noGrp="1"/>
          </p:cNvSpPr>
          <p:nvPr>
            <p:ph type="sldNum" sz="quarter" idx="4"/>
          </p:nvPr>
        </p:nvSpPr>
        <p:spPr>
          <a:xfrm>
            <a:off x="3276600" y="4237567"/>
            <a:ext cx="1066800" cy="243417"/>
          </a:xfrm>
          <a:prstGeom prst="rect">
            <a:avLst/>
          </a:prstGeom>
        </p:spPr>
        <p:txBody>
          <a:bodyPr vert="horz" lIns="91440" tIns="45720" rIns="91440" bIns="45720" rtlCol="0" anchor="ctr"/>
          <a:lstStyle>
            <a:lvl1pPr algn="r">
              <a:defRPr sz="600">
                <a:solidFill>
                  <a:schemeClr val="tx1">
                    <a:tint val="75000"/>
                  </a:schemeClr>
                </a:solidFill>
              </a:defRPr>
            </a:lvl1p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915783883"/>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ctr" defTabSz="457200" rtl="0" eaLnBrk="1" latinLnBrk="0" hangingPunct="1">
        <a:spcBef>
          <a:spcPct val="0"/>
        </a:spcBef>
        <a:buNone/>
        <a:defRPr sz="2200" kern="1200">
          <a:solidFill>
            <a:schemeClr val="tx1"/>
          </a:solidFill>
          <a:latin typeface="+mj-lt"/>
          <a:ea typeface="+mj-ea"/>
          <a:cs typeface="+mj-cs"/>
        </a:defRPr>
      </a:lvl1pPr>
    </p:titleStyle>
    <p:bodyStyle>
      <a:lvl1pPr marL="171450" indent="-171450" algn="l" defTabSz="457200" rtl="0" eaLnBrk="1" latinLnBrk="0" hangingPunct="1">
        <a:spcBef>
          <a:spcPct val="20000"/>
        </a:spcBef>
        <a:buFont typeface="Arial" pitchFamily="34" charset="0"/>
        <a:buChar char="•"/>
        <a:defRPr sz="1600" kern="1200">
          <a:solidFill>
            <a:schemeClr val="tx1"/>
          </a:solidFill>
          <a:latin typeface="+mn-lt"/>
          <a:ea typeface="+mn-ea"/>
          <a:cs typeface="+mn-cs"/>
        </a:defRPr>
      </a:lvl1pPr>
      <a:lvl2pPr marL="371475" indent="-142875" algn="l" defTabSz="457200" rtl="0" eaLnBrk="1" latinLnBrk="0" hangingPunct="1">
        <a:spcBef>
          <a:spcPct val="20000"/>
        </a:spcBef>
        <a:buFont typeface="Arial" pitchFamily="34" charset="0"/>
        <a:buChar char="–"/>
        <a:defRPr sz="1400" kern="1200">
          <a:solidFill>
            <a:schemeClr val="tx1"/>
          </a:solidFill>
          <a:latin typeface="+mn-lt"/>
          <a:ea typeface="+mn-ea"/>
          <a:cs typeface="+mn-cs"/>
        </a:defRPr>
      </a:lvl2pPr>
      <a:lvl3pPr marL="571500" indent="-114300" algn="l" defTabSz="457200" rtl="0" eaLnBrk="1" latinLnBrk="0" hangingPunct="1">
        <a:spcBef>
          <a:spcPct val="20000"/>
        </a:spcBef>
        <a:buFont typeface="Arial" pitchFamily="34" charset="0"/>
        <a:buChar char="•"/>
        <a:defRPr sz="1200" kern="1200">
          <a:solidFill>
            <a:schemeClr val="tx1"/>
          </a:solidFill>
          <a:latin typeface="+mn-lt"/>
          <a:ea typeface="+mn-ea"/>
          <a:cs typeface="+mn-cs"/>
        </a:defRPr>
      </a:lvl3pPr>
      <a:lvl4pPr marL="8001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4pPr>
      <a:lvl5pPr marL="10287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5pPr>
      <a:lvl6pPr marL="12573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9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5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31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9pPr>
    </p:bodyStyle>
    <p:otherStyle>
      <a:defPPr>
        <a:defRPr lang="en-US"/>
      </a:defPPr>
      <a:lvl1pPr marL="0" algn="l" defTabSz="457200" rtl="0" eaLnBrk="1" latinLnBrk="0" hangingPunct="1">
        <a:defRPr sz="900" kern="1200">
          <a:solidFill>
            <a:schemeClr val="tx1"/>
          </a:solidFill>
          <a:latin typeface="+mn-lt"/>
          <a:ea typeface="+mn-ea"/>
          <a:cs typeface="+mn-cs"/>
        </a:defRPr>
      </a:lvl1pPr>
      <a:lvl2pPr marL="228600" algn="l" defTabSz="457200" rtl="0" eaLnBrk="1" latinLnBrk="0" hangingPunct="1">
        <a:defRPr sz="900" kern="1200">
          <a:solidFill>
            <a:schemeClr val="tx1"/>
          </a:solidFill>
          <a:latin typeface="+mn-lt"/>
          <a:ea typeface="+mn-ea"/>
          <a:cs typeface="+mn-cs"/>
        </a:defRPr>
      </a:lvl2pPr>
      <a:lvl3pPr marL="457200" algn="l" defTabSz="457200" rtl="0" eaLnBrk="1" latinLnBrk="0" hangingPunct="1">
        <a:defRPr sz="900" kern="1200">
          <a:solidFill>
            <a:schemeClr val="tx1"/>
          </a:solidFill>
          <a:latin typeface="+mn-lt"/>
          <a:ea typeface="+mn-ea"/>
          <a:cs typeface="+mn-cs"/>
        </a:defRPr>
      </a:lvl3pPr>
      <a:lvl4pPr marL="685800" algn="l" defTabSz="457200" rtl="0" eaLnBrk="1" latinLnBrk="0" hangingPunct="1">
        <a:defRPr sz="900" kern="1200">
          <a:solidFill>
            <a:schemeClr val="tx1"/>
          </a:solidFill>
          <a:latin typeface="+mn-lt"/>
          <a:ea typeface="+mn-ea"/>
          <a:cs typeface="+mn-cs"/>
        </a:defRPr>
      </a:lvl4pPr>
      <a:lvl5pPr marL="914400" algn="l" defTabSz="457200" rtl="0" eaLnBrk="1" latinLnBrk="0" hangingPunct="1">
        <a:defRPr sz="900" kern="1200">
          <a:solidFill>
            <a:schemeClr val="tx1"/>
          </a:solidFill>
          <a:latin typeface="+mn-lt"/>
          <a:ea typeface="+mn-ea"/>
          <a:cs typeface="+mn-cs"/>
        </a:defRPr>
      </a:lvl5pPr>
      <a:lvl6pPr marL="1143000" algn="l" defTabSz="457200" rtl="0" eaLnBrk="1" latinLnBrk="0" hangingPunct="1">
        <a:defRPr sz="900" kern="1200">
          <a:solidFill>
            <a:schemeClr val="tx1"/>
          </a:solidFill>
          <a:latin typeface="+mn-lt"/>
          <a:ea typeface="+mn-ea"/>
          <a:cs typeface="+mn-cs"/>
        </a:defRPr>
      </a:lvl6pPr>
      <a:lvl7pPr marL="1371600" algn="l" defTabSz="457200" rtl="0" eaLnBrk="1" latinLnBrk="0" hangingPunct="1">
        <a:defRPr sz="900" kern="1200">
          <a:solidFill>
            <a:schemeClr val="tx1"/>
          </a:solidFill>
          <a:latin typeface="+mn-lt"/>
          <a:ea typeface="+mn-ea"/>
          <a:cs typeface="+mn-cs"/>
        </a:defRPr>
      </a:lvl7pPr>
      <a:lvl8pPr marL="1600200" algn="l" defTabSz="457200" rtl="0" eaLnBrk="1" latinLnBrk="0" hangingPunct="1">
        <a:defRPr sz="900" kern="1200">
          <a:solidFill>
            <a:schemeClr val="tx1"/>
          </a:solidFill>
          <a:latin typeface="+mn-lt"/>
          <a:ea typeface="+mn-ea"/>
          <a:cs typeface="+mn-cs"/>
        </a:defRPr>
      </a:lvl8pPr>
      <a:lvl9pPr marL="1828800" algn="l" defTabSz="457200" rtl="0" eaLnBrk="1" latinLnBrk="0" hangingPunct="1">
        <a:defRPr sz="9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8600" y="183092"/>
            <a:ext cx="4114800" cy="762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228600" y="1066800"/>
            <a:ext cx="4114800" cy="3017309"/>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228600" y="4237567"/>
            <a:ext cx="1066800" cy="243417"/>
          </a:xfrm>
          <a:prstGeom prst="rect">
            <a:avLst/>
          </a:prstGeom>
        </p:spPr>
        <p:txBody>
          <a:bodyPr vert="horz" lIns="91440" tIns="45720" rIns="91440" bIns="45720" rtlCol="0" anchor="ctr"/>
          <a:lstStyle>
            <a:lvl1pPr algn="l">
              <a:defRPr sz="600">
                <a:solidFill>
                  <a:schemeClr val="tx1">
                    <a:tint val="75000"/>
                  </a:schemeClr>
                </a:solidFill>
              </a:defRPr>
            </a:lvl1pPr>
          </a:lstStyle>
          <a:p>
            <a:fld id="{1D8BD707-D9CF-40AE-B4C6-C98DA3205C09}" type="datetimeFigureOut">
              <a:rPr lang="en-US" smtClean="0">
                <a:solidFill>
                  <a:prstClr val="black">
                    <a:tint val="75000"/>
                  </a:prstClr>
                </a:solidFill>
              </a:rPr>
              <a:pPr/>
              <a:t>1/9/2026</a:t>
            </a:fld>
            <a:endParaRPr lang="en-US">
              <a:solidFill>
                <a:prstClr val="black">
                  <a:tint val="75000"/>
                </a:prstClr>
              </a:solidFill>
            </a:endParaRPr>
          </a:p>
        </p:txBody>
      </p:sp>
      <p:sp>
        <p:nvSpPr>
          <p:cNvPr id="5" name="Footer Placeholder 4"/>
          <p:cNvSpPr>
            <a:spLocks noGrp="1"/>
          </p:cNvSpPr>
          <p:nvPr>
            <p:ph type="ftr" sz="quarter" idx="3"/>
          </p:nvPr>
        </p:nvSpPr>
        <p:spPr>
          <a:xfrm>
            <a:off x="1562100" y="4237567"/>
            <a:ext cx="1447800" cy="243417"/>
          </a:xfrm>
          <a:prstGeom prst="rect">
            <a:avLst/>
          </a:prstGeom>
        </p:spPr>
        <p:txBody>
          <a:bodyPr vert="horz" lIns="91440" tIns="45720" rIns="91440" bIns="45720" rtlCol="0" anchor="ctr"/>
          <a:lstStyle>
            <a:lvl1pPr algn="ctr">
              <a:defRPr sz="600">
                <a:solidFill>
                  <a:schemeClr val="tx1">
                    <a:tint val="75000"/>
                  </a:schemeClr>
                </a:solidFill>
              </a:defRPr>
            </a:lvl1pPr>
          </a:lstStyle>
          <a:p>
            <a:endParaRPr lang="en-US">
              <a:solidFill>
                <a:prstClr val="black">
                  <a:tint val="75000"/>
                </a:prstClr>
              </a:solidFill>
            </a:endParaRPr>
          </a:p>
        </p:txBody>
      </p:sp>
      <p:sp>
        <p:nvSpPr>
          <p:cNvPr id="6" name="Slide Number Placeholder 5"/>
          <p:cNvSpPr>
            <a:spLocks noGrp="1"/>
          </p:cNvSpPr>
          <p:nvPr>
            <p:ph type="sldNum" sz="quarter" idx="4"/>
          </p:nvPr>
        </p:nvSpPr>
        <p:spPr>
          <a:xfrm>
            <a:off x="3276600" y="4237567"/>
            <a:ext cx="1066800" cy="243417"/>
          </a:xfrm>
          <a:prstGeom prst="rect">
            <a:avLst/>
          </a:prstGeom>
        </p:spPr>
        <p:txBody>
          <a:bodyPr vert="horz" lIns="91440" tIns="45720" rIns="91440" bIns="45720" rtlCol="0" anchor="ctr"/>
          <a:lstStyle>
            <a:lvl1pPr algn="r">
              <a:defRPr sz="600">
                <a:solidFill>
                  <a:schemeClr val="tx1">
                    <a:tint val="75000"/>
                  </a:schemeClr>
                </a:solidFill>
              </a:defRPr>
            </a:lvl1pPr>
          </a:lstStyle>
          <a:p>
            <a:fld id="{B6F15528-21DE-4FAA-801E-634DDDAF4B2B}" type="slidenum">
              <a:rPr lang="en-US" smtClean="0">
                <a:solidFill>
                  <a:prstClr val="black">
                    <a:tint val="75000"/>
                  </a:prstClr>
                </a:solidFill>
              </a:rPr>
              <a:pPr/>
              <a:t>‹#›</a:t>
            </a:fld>
            <a:endParaRPr lang="en-US">
              <a:solidFill>
                <a:prstClr val="black">
                  <a:tint val="75000"/>
                </a:prstClr>
              </a:solidFill>
            </a:endParaRPr>
          </a:p>
        </p:txBody>
      </p:sp>
    </p:spTree>
    <p:extLst>
      <p:ext uri="{BB962C8B-B14F-4D97-AF65-F5344CB8AC3E}">
        <p14:creationId xmlns:p14="http://schemas.microsoft.com/office/powerpoint/2010/main" val="2749538545"/>
      </p:ext>
    </p:extLst>
  </p:cSld>
  <p:clrMap bg1="lt1" tx1="dk1" bg2="lt2" tx2="dk2" accent1="accent1" accent2="accent2" accent3="accent3" accent4="accent4" accent5="accent5" accent6="accent6" hlink="hlink" folHlink="folHlink"/>
  <p:sldLayoutIdLst>
    <p:sldLayoutId id="2147483721" r:id="rId1"/>
    <p:sldLayoutId id="2147483722" r:id="rId2"/>
    <p:sldLayoutId id="2147483723" r:id="rId3"/>
    <p:sldLayoutId id="2147483724" r:id="rId4"/>
    <p:sldLayoutId id="2147483725" r:id="rId5"/>
    <p:sldLayoutId id="2147483726" r:id="rId6"/>
    <p:sldLayoutId id="2147483727" r:id="rId7"/>
    <p:sldLayoutId id="2147483728" r:id="rId8"/>
    <p:sldLayoutId id="2147483729" r:id="rId9"/>
    <p:sldLayoutId id="2147483730" r:id="rId10"/>
    <p:sldLayoutId id="2147483731" r:id="rId11"/>
  </p:sldLayoutIdLst>
  <p:txStyles>
    <p:titleStyle>
      <a:lvl1pPr algn="ctr" defTabSz="457200" rtl="0" eaLnBrk="1" latinLnBrk="0" hangingPunct="1">
        <a:spcBef>
          <a:spcPct val="0"/>
        </a:spcBef>
        <a:buNone/>
        <a:defRPr sz="2200" kern="1200">
          <a:solidFill>
            <a:schemeClr val="tx1"/>
          </a:solidFill>
          <a:latin typeface="+mj-lt"/>
          <a:ea typeface="+mj-ea"/>
          <a:cs typeface="+mj-cs"/>
        </a:defRPr>
      </a:lvl1pPr>
    </p:titleStyle>
    <p:bodyStyle>
      <a:lvl1pPr marL="171450" indent="-171450" algn="l" defTabSz="457200" rtl="0" eaLnBrk="1" latinLnBrk="0" hangingPunct="1">
        <a:spcBef>
          <a:spcPct val="20000"/>
        </a:spcBef>
        <a:buFont typeface="Arial" pitchFamily="34" charset="0"/>
        <a:buChar char="•"/>
        <a:defRPr sz="1600" kern="1200">
          <a:solidFill>
            <a:schemeClr val="tx1"/>
          </a:solidFill>
          <a:latin typeface="+mn-lt"/>
          <a:ea typeface="+mn-ea"/>
          <a:cs typeface="+mn-cs"/>
        </a:defRPr>
      </a:lvl1pPr>
      <a:lvl2pPr marL="371475" indent="-142875" algn="l" defTabSz="457200" rtl="0" eaLnBrk="1" latinLnBrk="0" hangingPunct="1">
        <a:spcBef>
          <a:spcPct val="20000"/>
        </a:spcBef>
        <a:buFont typeface="Arial" pitchFamily="34" charset="0"/>
        <a:buChar char="–"/>
        <a:defRPr sz="1400" kern="1200">
          <a:solidFill>
            <a:schemeClr val="tx1"/>
          </a:solidFill>
          <a:latin typeface="+mn-lt"/>
          <a:ea typeface="+mn-ea"/>
          <a:cs typeface="+mn-cs"/>
        </a:defRPr>
      </a:lvl2pPr>
      <a:lvl3pPr marL="571500" indent="-114300" algn="l" defTabSz="457200" rtl="0" eaLnBrk="1" latinLnBrk="0" hangingPunct="1">
        <a:spcBef>
          <a:spcPct val="20000"/>
        </a:spcBef>
        <a:buFont typeface="Arial" pitchFamily="34" charset="0"/>
        <a:buChar char="•"/>
        <a:defRPr sz="1200" kern="1200">
          <a:solidFill>
            <a:schemeClr val="tx1"/>
          </a:solidFill>
          <a:latin typeface="+mn-lt"/>
          <a:ea typeface="+mn-ea"/>
          <a:cs typeface="+mn-cs"/>
        </a:defRPr>
      </a:lvl3pPr>
      <a:lvl4pPr marL="8001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4pPr>
      <a:lvl5pPr marL="10287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5pPr>
      <a:lvl6pPr marL="12573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6pPr>
      <a:lvl7pPr marL="14859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7pPr>
      <a:lvl8pPr marL="17145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8pPr>
      <a:lvl9pPr marL="1943100" indent="-114300" algn="l" defTabSz="457200" rtl="0" eaLnBrk="1" latinLnBrk="0" hangingPunct="1">
        <a:spcBef>
          <a:spcPct val="20000"/>
        </a:spcBef>
        <a:buFont typeface="Arial" pitchFamily="34" charset="0"/>
        <a:buChar char="•"/>
        <a:defRPr sz="1000" kern="1200">
          <a:solidFill>
            <a:schemeClr val="tx1"/>
          </a:solidFill>
          <a:latin typeface="+mn-lt"/>
          <a:ea typeface="+mn-ea"/>
          <a:cs typeface="+mn-cs"/>
        </a:defRPr>
      </a:lvl9pPr>
    </p:bodyStyle>
    <p:otherStyle>
      <a:defPPr>
        <a:defRPr lang="en-US"/>
      </a:defPPr>
      <a:lvl1pPr marL="0" algn="l" defTabSz="457200" rtl="0" eaLnBrk="1" latinLnBrk="0" hangingPunct="1">
        <a:defRPr sz="900" kern="1200">
          <a:solidFill>
            <a:schemeClr val="tx1"/>
          </a:solidFill>
          <a:latin typeface="+mn-lt"/>
          <a:ea typeface="+mn-ea"/>
          <a:cs typeface="+mn-cs"/>
        </a:defRPr>
      </a:lvl1pPr>
      <a:lvl2pPr marL="228600" algn="l" defTabSz="457200" rtl="0" eaLnBrk="1" latinLnBrk="0" hangingPunct="1">
        <a:defRPr sz="900" kern="1200">
          <a:solidFill>
            <a:schemeClr val="tx1"/>
          </a:solidFill>
          <a:latin typeface="+mn-lt"/>
          <a:ea typeface="+mn-ea"/>
          <a:cs typeface="+mn-cs"/>
        </a:defRPr>
      </a:lvl2pPr>
      <a:lvl3pPr marL="457200" algn="l" defTabSz="457200" rtl="0" eaLnBrk="1" latinLnBrk="0" hangingPunct="1">
        <a:defRPr sz="900" kern="1200">
          <a:solidFill>
            <a:schemeClr val="tx1"/>
          </a:solidFill>
          <a:latin typeface="+mn-lt"/>
          <a:ea typeface="+mn-ea"/>
          <a:cs typeface="+mn-cs"/>
        </a:defRPr>
      </a:lvl3pPr>
      <a:lvl4pPr marL="685800" algn="l" defTabSz="457200" rtl="0" eaLnBrk="1" latinLnBrk="0" hangingPunct="1">
        <a:defRPr sz="900" kern="1200">
          <a:solidFill>
            <a:schemeClr val="tx1"/>
          </a:solidFill>
          <a:latin typeface="+mn-lt"/>
          <a:ea typeface="+mn-ea"/>
          <a:cs typeface="+mn-cs"/>
        </a:defRPr>
      </a:lvl4pPr>
      <a:lvl5pPr marL="914400" algn="l" defTabSz="457200" rtl="0" eaLnBrk="1" latinLnBrk="0" hangingPunct="1">
        <a:defRPr sz="900" kern="1200">
          <a:solidFill>
            <a:schemeClr val="tx1"/>
          </a:solidFill>
          <a:latin typeface="+mn-lt"/>
          <a:ea typeface="+mn-ea"/>
          <a:cs typeface="+mn-cs"/>
        </a:defRPr>
      </a:lvl5pPr>
      <a:lvl6pPr marL="1143000" algn="l" defTabSz="457200" rtl="0" eaLnBrk="1" latinLnBrk="0" hangingPunct="1">
        <a:defRPr sz="900" kern="1200">
          <a:solidFill>
            <a:schemeClr val="tx1"/>
          </a:solidFill>
          <a:latin typeface="+mn-lt"/>
          <a:ea typeface="+mn-ea"/>
          <a:cs typeface="+mn-cs"/>
        </a:defRPr>
      </a:lvl6pPr>
      <a:lvl7pPr marL="1371600" algn="l" defTabSz="457200" rtl="0" eaLnBrk="1" latinLnBrk="0" hangingPunct="1">
        <a:defRPr sz="900" kern="1200">
          <a:solidFill>
            <a:schemeClr val="tx1"/>
          </a:solidFill>
          <a:latin typeface="+mn-lt"/>
          <a:ea typeface="+mn-ea"/>
          <a:cs typeface="+mn-cs"/>
        </a:defRPr>
      </a:lvl7pPr>
      <a:lvl8pPr marL="1600200" algn="l" defTabSz="457200" rtl="0" eaLnBrk="1" latinLnBrk="0" hangingPunct="1">
        <a:defRPr sz="900" kern="1200">
          <a:solidFill>
            <a:schemeClr val="tx1"/>
          </a:solidFill>
          <a:latin typeface="+mn-lt"/>
          <a:ea typeface="+mn-ea"/>
          <a:cs typeface="+mn-cs"/>
        </a:defRPr>
      </a:lvl8pPr>
      <a:lvl9pPr marL="18288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2.png"/><Relationship Id="rId7"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8.xml"/><Relationship Id="rId6" Type="http://schemas.openxmlformats.org/officeDocument/2006/relationships/image" Target="../media/image7.sv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29.xml"/><Relationship Id="rId6" Type="http://schemas.openxmlformats.org/officeDocument/2006/relationships/image" Target="../media/image15.svg"/><Relationship Id="rId5" Type="http://schemas.openxmlformats.org/officeDocument/2006/relationships/image" Target="../media/image5.png"/><Relationship Id="rId4" Type="http://schemas.openxmlformats.org/officeDocument/2006/relationships/image" Target="../media/image13.sv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40.xml"/><Relationship Id="rId6" Type="http://schemas.openxmlformats.org/officeDocument/2006/relationships/image" Target="../media/image15.svg"/><Relationship Id="rId5" Type="http://schemas.openxmlformats.org/officeDocument/2006/relationships/image" Target="../media/image5.png"/><Relationship Id="rId4" Type="http://schemas.openxmlformats.org/officeDocument/2006/relationships/image" Target="../media/image13.sv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40.xml"/><Relationship Id="rId6" Type="http://schemas.openxmlformats.org/officeDocument/2006/relationships/image" Target="../media/image15.svg"/><Relationship Id="rId5" Type="http://schemas.openxmlformats.org/officeDocument/2006/relationships/image" Target="../media/image5.png"/><Relationship Id="rId4" Type="http://schemas.openxmlformats.org/officeDocument/2006/relationships/image" Target="../media/image13.sv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40.xml"/><Relationship Id="rId6" Type="http://schemas.openxmlformats.org/officeDocument/2006/relationships/image" Target="../media/image15.svg"/><Relationship Id="rId5" Type="http://schemas.openxmlformats.org/officeDocument/2006/relationships/image" Target="../media/image5.png"/><Relationship Id="rId4" Type="http://schemas.openxmlformats.org/officeDocument/2006/relationships/image" Target="../media/image13.sv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40.xml"/><Relationship Id="rId6" Type="http://schemas.openxmlformats.org/officeDocument/2006/relationships/image" Target="../media/image15.svg"/><Relationship Id="rId5" Type="http://schemas.openxmlformats.org/officeDocument/2006/relationships/image" Target="../media/image5.png"/><Relationship Id="rId4" Type="http://schemas.openxmlformats.org/officeDocument/2006/relationships/image" Target="../media/image13.sv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40.xml"/><Relationship Id="rId6" Type="http://schemas.openxmlformats.org/officeDocument/2006/relationships/image" Target="../media/image15.svg"/><Relationship Id="rId5" Type="http://schemas.openxmlformats.org/officeDocument/2006/relationships/image" Target="../media/image5.png"/><Relationship Id="rId4" Type="http://schemas.openxmlformats.org/officeDocument/2006/relationships/image" Target="../media/image13.sv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40.xml"/><Relationship Id="rId6" Type="http://schemas.openxmlformats.org/officeDocument/2006/relationships/image" Target="../media/image15.svg"/><Relationship Id="rId5" Type="http://schemas.openxmlformats.org/officeDocument/2006/relationships/image" Target="../media/image5.png"/><Relationship Id="rId4" Type="http://schemas.openxmlformats.org/officeDocument/2006/relationships/image" Target="../media/image13.sv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40.xml"/><Relationship Id="rId6" Type="http://schemas.openxmlformats.org/officeDocument/2006/relationships/image" Target="../media/image15.svg"/><Relationship Id="rId5" Type="http://schemas.openxmlformats.org/officeDocument/2006/relationships/image" Target="../media/image5.png"/><Relationship Id="rId4" Type="http://schemas.openxmlformats.org/officeDocument/2006/relationships/image" Target="../media/image13.svg"/></Relationships>
</file>

<file path=ppt/slides/_rels/slide11.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png"/><Relationship Id="rId7"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40.xml"/><Relationship Id="rId6" Type="http://schemas.openxmlformats.org/officeDocument/2006/relationships/image" Target="../media/image15.svg"/><Relationship Id="rId5" Type="http://schemas.openxmlformats.org/officeDocument/2006/relationships/image" Target="../media/image5.png"/><Relationship Id="rId4" Type="http://schemas.openxmlformats.org/officeDocument/2006/relationships/image" Target="../media/image13.svg"/></Relationships>
</file>

<file path=ppt/slides/_rels/slide1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4.png"/><Relationship Id="rId7"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40.xml"/><Relationship Id="rId6" Type="http://schemas.openxmlformats.org/officeDocument/2006/relationships/image" Target="../media/image15.svg"/><Relationship Id="rId5" Type="http://schemas.openxmlformats.org/officeDocument/2006/relationships/image" Target="../media/image5.png"/><Relationship Id="rId4" Type="http://schemas.openxmlformats.org/officeDocument/2006/relationships/image" Target="../media/image13.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1.xml"/></Relationships>
</file>

<file path=ppt/slides/_rels/slide14.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12.png"/><Relationship Id="rId7" Type="http://schemas.openxmlformats.org/officeDocument/2006/relationships/image" Target="../media/image5.svg"/><Relationship Id="rId2" Type="http://schemas.openxmlformats.org/officeDocument/2006/relationships/notesSlide" Target="../notesSlides/notesSlide13.xml"/><Relationship Id="rId1" Type="http://schemas.openxmlformats.org/officeDocument/2006/relationships/slideLayout" Target="../slideLayouts/slideLayout6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2.svg"/><Relationship Id="rId9" Type="http://schemas.openxmlformats.org/officeDocument/2006/relationships/image" Target="../media/image7.sv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pic>
        <p:nvPicPr>
          <p:cNvPr id="13" name="Picture 2" descr="D:\logo-tron.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4938" y="115888"/>
            <a:ext cx="1773237" cy="1773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Rectangle 13"/>
          <p:cNvSpPr/>
          <p:nvPr/>
        </p:nvSpPr>
        <p:spPr>
          <a:xfrm>
            <a:off x="1895582" y="609600"/>
            <a:ext cx="7239000" cy="584775"/>
          </a:xfrm>
          <a:prstGeom prst="rect">
            <a:avLst/>
          </a:prstGeom>
        </p:spPr>
        <p:txBody>
          <a:bodyPr wrap="square">
            <a:spAutoFit/>
          </a:bodyPr>
          <a:lstStyle/>
          <a:p>
            <a:pPr algn="ctr">
              <a:defRPr/>
            </a:pPr>
            <a:r>
              <a:rPr lang="en-US" sz="3200" b="1" smtClean="0">
                <a:ln w="12700">
                  <a:solidFill>
                    <a:schemeClr val="tx1"/>
                  </a:solidFill>
                  <a:prstDash val="solid"/>
                </a:ln>
                <a:effectLst>
                  <a:outerShdw blurRad="41275" dist="20320" dir="1800000" algn="tl" rotWithShape="0">
                    <a:srgbClr val="000000">
                      <a:alpha val="40000"/>
                    </a:srgbClr>
                  </a:outerShdw>
                </a:effectLst>
                <a:latin typeface="Arial" panose="020B0604020202020204" pitchFamily="34" charset="0"/>
                <a:cs typeface="Arial" panose="020B0604020202020204" pitchFamily="34" charset="0"/>
              </a:rPr>
              <a:t>TRƯỜNG </a:t>
            </a:r>
            <a:r>
              <a:rPr lang="en-US" sz="3200" b="1">
                <a:ln w="12700">
                  <a:solidFill>
                    <a:schemeClr val="tx1"/>
                  </a:solidFill>
                  <a:prstDash val="solid"/>
                </a:ln>
                <a:effectLst>
                  <a:outerShdw blurRad="41275" dist="20320" dir="1800000" algn="tl" rotWithShape="0">
                    <a:srgbClr val="000000">
                      <a:alpha val="40000"/>
                    </a:srgbClr>
                  </a:outerShdw>
                </a:effectLst>
                <a:latin typeface="Arial" panose="020B0604020202020204" pitchFamily="34" charset="0"/>
                <a:cs typeface="Arial" panose="020B0604020202020204" pitchFamily="34" charset="0"/>
              </a:rPr>
              <a:t>KỸ THUẬT &amp; CÔNG NGHỆ</a:t>
            </a:r>
            <a:endParaRPr lang="en-US" sz="3200" b="1" dirty="0">
              <a:ln w="12700">
                <a:solidFill>
                  <a:schemeClr val="tx1"/>
                </a:solidFill>
                <a:prstDash val="solid"/>
              </a:ln>
              <a:effectLst>
                <a:outerShdw blurRad="41275" dist="20320" dir="1800000" algn="tl" rotWithShape="0">
                  <a:srgbClr val="000000">
                    <a:alpha val="40000"/>
                  </a:srgbClr>
                </a:outerShdw>
              </a:effectLst>
              <a:latin typeface="Arial" panose="020B0604020202020204" pitchFamily="34" charset="0"/>
              <a:cs typeface="Arial" panose="020B0604020202020204" pitchFamily="34" charset="0"/>
            </a:endParaRPr>
          </a:p>
        </p:txBody>
      </p:sp>
      <p:sp>
        <p:nvSpPr>
          <p:cNvPr id="15" name="Rectangle 14"/>
          <p:cNvSpPr/>
          <p:nvPr/>
        </p:nvSpPr>
        <p:spPr>
          <a:xfrm>
            <a:off x="-75961" y="1986677"/>
            <a:ext cx="9296400" cy="2585323"/>
          </a:xfrm>
          <a:prstGeom prst="rect">
            <a:avLst/>
          </a:prstGeom>
        </p:spPr>
        <p:txBody>
          <a:bodyPr wrap="square">
            <a:spAutoFit/>
          </a:bodyPr>
          <a:lstStyle/>
          <a:p>
            <a:pPr algn="ctr">
              <a:lnSpc>
                <a:spcPct val="150000"/>
              </a:lnSpc>
              <a:spcBef>
                <a:spcPct val="0"/>
              </a:spcBef>
            </a:pPr>
            <a:r>
              <a:rPr lang="en-US" sz="3600" b="1">
                <a:solidFill>
                  <a:srgbClr val="000000"/>
                </a:solidFill>
                <a:latin typeface="Arial" panose="020B0604020202020204" pitchFamily="34" charset="0"/>
                <a:ea typeface="Red Hat Display Bold"/>
                <a:cs typeface="Arial" panose="020B0604020202020204" pitchFamily="34" charset="0"/>
                <a:sym typeface="Red Hat Display Bold"/>
              </a:rPr>
              <a:t>THIẾT KẾ WEBSITE </a:t>
            </a:r>
          </a:p>
          <a:p>
            <a:pPr algn="ctr">
              <a:lnSpc>
                <a:spcPct val="150000"/>
              </a:lnSpc>
              <a:spcBef>
                <a:spcPct val="0"/>
              </a:spcBef>
            </a:pPr>
            <a:r>
              <a:rPr lang="en-US" sz="3600" b="1">
                <a:solidFill>
                  <a:srgbClr val="000000"/>
                </a:solidFill>
                <a:latin typeface="Arial" panose="020B0604020202020204" pitchFamily="34" charset="0"/>
                <a:ea typeface="Red Hat Display Bold"/>
                <a:cs typeface="Arial" panose="020B0604020202020204" pitchFamily="34" charset="0"/>
                <a:sym typeface="Red Hat Display Bold"/>
              </a:rPr>
              <a:t>QUẢN LÝ THƯ VIỆN – TRƯỜNG ĐẠI HỌC TRÀ VINH</a:t>
            </a:r>
          </a:p>
        </p:txBody>
      </p:sp>
      <p:sp>
        <p:nvSpPr>
          <p:cNvPr id="16" name="TextBox 15">
            <a:extLst>
              <a:ext uri="{FF2B5EF4-FFF2-40B4-BE49-F238E27FC236}">
                <a16:creationId xmlns="" xmlns:a16="http://schemas.microsoft.com/office/drawing/2014/main" id="{DF6A0A79-ED68-B4C4-0053-23441154D8A6}"/>
              </a:ext>
            </a:extLst>
          </p:cNvPr>
          <p:cNvSpPr txBox="1">
            <a:spLocks noChangeArrowheads="1"/>
          </p:cNvSpPr>
          <p:nvPr/>
        </p:nvSpPr>
        <p:spPr bwMode="auto">
          <a:xfrm>
            <a:off x="381000" y="4829450"/>
            <a:ext cx="6553200" cy="1292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a:spcBef>
                <a:spcPct val="0"/>
              </a:spcBef>
              <a:buFont typeface="Arial" panose="020B0604020202020204" pitchFamily="34" charset="0"/>
              <a:buNone/>
            </a:pPr>
            <a:endParaRPr lang="en-GB" altLang="en-US" sz="2600" dirty="0">
              <a:solidFill>
                <a:prstClr val="black"/>
              </a:solidFill>
              <a:latin typeface="Times New Roman" panose="02020603050405020304" pitchFamily="18" charset="0"/>
              <a:cs typeface="Times New Roman" panose="02020603050405020304" pitchFamily="18" charset="0"/>
              <a:sym typeface="+mn-ea"/>
            </a:endParaRPr>
          </a:p>
          <a:p>
            <a:pPr>
              <a:spcBef>
                <a:spcPct val="0"/>
              </a:spcBef>
              <a:buFont typeface="Arial" panose="020B0604020202020204" pitchFamily="34" charset="0"/>
              <a:buNone/>
            </a:pPr>
            <a:r>
              <a:rPr lang="en-GB" altLang="en-US" sz="2600" b="1" smtClean="0">
                <a:solidFill>
                  <a:prstClr val="black"/>
                </a:solidFill>
                <a:latin typeface="Arial" panose="020B0604020202020204" pitchFamily="34" charset="0"/>
                <a:cs typeface="Arial" panose="020B0604020202020204" pitchFamily="34" charset="0"/>
                <a:sym typeface="+mn-ea"/>
              </a:rPr>
              <a:t>GVHD</a:t>
            </a:r>
            <a:r>
              <a:rPr lang="en-GB" altLang="en-US" sz="2600" smtClean="0">
                <a:solidFill>
                  <a:prstClr val="black"/>
                </a:solidFill>
                <a:latin typeface="Arial" panose="020B0604020202020204" pitchFamily="34" charset="0"/>
                <a:cs typeface="Arial" panose="020B0604020202020204" pitchFamily="34" charset="0"/>
                <a:sym typeface="+mn-ea"/>
              </a:rPr>
              <a:t>: TS.ĐOÀN PHƯỚC MIỀN</a:t>
            </a:r>
            <a:endParaRPr lang="en-GB" altLang="en-US" sz="2600" dirty="0">
              <a:solidFill>
                <a:prstClr val="black"/>
              </a:solidFill>
              <a:latin typeface="Arial" panose="020B0604020202020204" pitchFamily="34" charset="0"/>
              <a:cs typeface="Arial" panose="020B0604020202020204" pitchFamily="34" charset="0"/>
              <a:sym typeface="+mn-ea"/>
            </a:endParaRPr>
          </a:p>
          <a:p>
            <a:pPr>
              <a:spcBef>
                <a:spcPct val="0"/>
              </a:spcBef>
              <a:buFont typeface="Arial" panose="020B0604020202020204" pitchFamily="34" charset="0"/>
              <a:buNone/>
            </a:pPr>
            <a:r>
              <a:rPr lang="en-GB" altLang="en-US" sz="2600" b="1">
                <a:solidFill>
                  <a:prstClr val="black"/>
                </a:solidFill>
                <a:latin typeface="Arial" panose="020B0604020202020204" pitchFamily="34" charset="0"/>
                <a:cs typeface="Arial" panose="020B0604020202020204" pitchFamily="34" charset="0"/>
                <a:sym typeface="+mn-ea"/>
              </a:rPr>
              <a:t>SVTH</a:t>
            </a:r>
            <a:r>
              <a:rPr lang="en-GB" altLang="en-US" sz="2600" smtClean="0">
                <a:solidFill>
                  <a:prstClr val="black"/>
                </a:solidFill>
                <a:latin typeface="Arial" panose="020B0604020202020204" pitchFamily="34" charset="0"/>
                <a:cs typeface="Arial" panose="020B0604020202020204" pitchFamily="34" charset="0"/>
                <a:sym typeface="+mn-ea"/>
              </a:rPr>
              <a:t>: THẠCH NGUYỄN QUẾ ANH</a:t>
            </a:r>
            <a:endParaRPr lang="en-GB" altLang="en-US" sz="2600" dirty="0">
              <a:solidFill>
                <a:prstClr val="black"/>
              </a:solidFill>
              <a:latin typeface="Arial" panose="020B0604020202020204" pitchFamily="34" charset="0"/>
              <a:cs typeface="Arial" panose="020B0604020202020204" pitchFamily="34" charset="0"/>
              <a:sym typeface="+mn-ea"/>
            </a:endParaRPr>
          </a:p>
        </p:txBody>
      </p:sp>
    </p:spTree>
    <p:extLst>
      <p:ext uri="{BB962C8B-B14F-4D97-AF65-F5344CB8AC3E}">
        <p14:creationId xmlns:p14="http://schemas.microsoft.com/office/powerpoint/2010/main" val="372365179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sp>
        <p:nvSpPr>
          <p:cNvPr id="13" name="Freeform 13"/>
          <p:cNvSpPr/>
          <p:nvPr/>
        </p:nvSpPr>
        <p:spPr>
          <a:xfrm rot="-10321493">
            <a:off x="208238" y="-694831"/>
            <a:ext cx="2210098" cy="2057400"/>
          </a:xfrm>
          <a:custGeom>
            <a:avLst/>
            <a:gdLst/>
            <a:ahLst/>
            <a:cxnLst/>
            <a:rect l="l" t="t" r="r" b="b"/>
            <a:pathLst>
              <a:path w="4420195" h="4114800">
                <a:moveTo>
                  <a:pt x="0" y="0"/>
                </a:moveTo>
                <a:lnTo>
                  <a:pt x="4420195" y="0"/>
                </a:lnTo>
                <a:lnTo>
                  <a:pt x="4420195" y="4114800"/>
                </a:lnTo>
                <a:lnTo>
                  <a:pt x="0" y="4114800"/>
                </a:lnTo>
                <a:lnTo>
                  <a:pt x="0" y="0"/>
                </a:lnTo>
                <a:close/>
              </a:path>
            </a:pathLst>
          </a:custGeom>
          <a:blipFill>
            <a:blip r:embed="rId3">
              <a:alphaModFix amt="46000"/>
              <a:extLst>
                <a:ext uri="{96DAC541-7B7A-43D3-8B79-37D633B846F1}">
                  <asvg:svgBlip xmlns:asvg="http://schemas.microsoft.com/office/drawing/2016/SVG/main" xmlns="" r:embed="rId6"/>
                </a:ext>
              </a:extLst>
            </a:blip>
            <a:stretch>
              <a:fillRect/>
            </a:stretch>
          </a:blipFill>
        </p:spPr>
      </p:sp>
      <p:sp>
        <p:nvSpPr>
          <p:cNvPr id="14" name="Freeform 14"/>
          <p:cNvSpPr/>
          <p:nvPr/>
        </p:nvSpPr>
        <p:spPr>
          <a:xfrm rot="-10321493">
            <a:off x="4592064" y="5876431"/>
            <a:ext cx="2210098" cy="2057400"/>
          </a:xfrm>
          <a:custGeom>
            <a:avLst/>
            <a:gdLst/>
            <a:ahLst/>
            <a:cxnLst/>
            <a:rect l="l" t="t" r="r" b="b"/>
            <a:pathLst>
              <a:path w="4420195" h="4114800">
                <a:moveTo>
                  <a:pt x="0" y="0"/>
                </a:moveTo>
                <a:lnTo>
                  <a:pt x="4420196" y="0"/>
                </a:lnTo>
                <a:lnTo>
                  <a:pt x="4420196" y="4114800"/>
                </a:lnTo>
                <a:lnTo>
                  <a:pt x="0" y="4114800"/>
                </a:lnTo>
                <a:lnTo>
                  <a:pt x="0" y="0"/>
                </a:lnTo>
                <a:close/>
              </a:path>
            </a:pathLst>
          </a:custGeom>
          <a:blipFill>
            <a:blip r:embed="rId3">
              <a:alphaModFix amt="46000"/>
              <a:extLst>
                <a:ext uri="{96DAC541-7B7A-43D3-8B79-37D633B846F1}">
                  <asvg:svgBlip xmlns:asvg="http://schemas.microsoft.com/office/drawing/2016/SVG/main" xmlns="" r:embed="rId6"/>
                </a:ext>
              </a:extLst>
            </a:blip>
            <a:stretch>
              <a:fillRect/>
            </a:stretch>
          </a:blipFill>
        </p:spPr>
      </p:sp>
      <p:sp>
        <p:nvSpPr>
          <p:cNvPr id="15" name="Title 1">
            <a:extLst>
              <a:ext uri="{FF2B5EF4-FFF2-40B4-BE49-F238E27FC236}">
                <a16:creationId xmlns="" xmlns:a16="http://schemas.microsoft.com/office/drawing/2014/main" id="{66BCE3D2-FDE9-4B57-CE99-59D035F48826}"/>
              </a:ext>
            </a:extLst>
          </p:cNvPr>
          <p:cNvSpPr txBox="1">
            <a:spLocks/>
          </p:cNvSpPr>
          <p:nvPr/>
        </p:nvSpPr>
        <p:spPr>
          <a:xfrm>
            <a:off x="588835" y="676563"/>
            <a:ext cx="8271130" cy="695037"/>
          </a:xfrm>
          <a:prstGeom prst="rect">
            <a:avLst/>
          </a:prstGeom>
        </p:spPr>
        <p:txBody>
          <a:bodyPr>
            <a:noAutofit/>
          </a:bodyPr>
          <a:lstStyle>
            <a:lvl1pPr algn="ctr" defTabSz="457200" rtl="0" eaLnBrk="1" latinLnBrk="0" hangingPunct="1">
              <a:spcBef>
                <a:spcPct val="0"/>
              </a:spcBef>
              <a:buNone/>
              <a:defRPr sz="2200" kern="1200">
                <a:solidFill>
                  <a:schemeClr val="tx1"/>
                </a:solidFill>
                <a:latin typeface="+mj-lt"/>
                <a:ea typeface="+mj-ea"/>
                <a:cs typeface="+mj-cs"/>
              </a:defRPr>
            </a:lvl1pPr>
          </a:lstStyle>
          <a:p>
            <a:r>
              <a:rPr lang="en-US" sz="4000" b="1" smtClean="0">
                <a:latin typeface="Arial" panose="020B0604020202020204" pitchFamily="34" charset="0"/>
                <a:cs typeface="Arial" panose="020B0604020202020204" pitchFamily="34" charset="0"/>
              </a:rPr>
              <a:t>NỘI DUNG TRÌNH BÀY</a:t>
            </a:r>
            <a:endParaRPr lang="en-US" sz="4000" b="1" dirty="0">
              <a:latin typeface="Arial" panose="020B0604020202020204" pitchFamily="34" charset="0"/>
              <a:cs typeface="Arial" panose="020B0604020202020204" pitchFamily="34" charset="0"/>
            </a:endParaRPr>
          </a:p>
        </p:txBody>
      </p:sp>
      <p:sp>
        <p:nvSpPr>
          <p:cNvPr id="19" name="Rectangle 18"/>
          <p:cNvSpPr/>
          <p:nvPr/>
        </p:nvSpPr>
        <p:spPr>
          <a:xfrm>
            <a:off x="588835" y="1431334"/>
            <a:ext cx="7967213" cy="4247317"/>
          </a:xfrm>
          <a:prstGeom prst="rect">
            <a:avLst/>
          </a:prstGeom>
        </p:spPr>
        <p:txBody>
          <a:bodyPr wrap="square">
            <a:spAutoFit/>
          </a:bodyPr>
          <a:lstStyle/>
          <a:p>
            <a:pPr marL="514350" indent="-514350" algn="just">
              <a:lnSpc>
                <a:spcPct val="150000"/>
              </a:lnSpc>
              <a:buAutoNum type="arabicPeriod"/>
            </a:pPr>
            <a:r>
              <a:rPr lang="en-US" sz="3600" smtClean="0">
                <a:solidFill>
                  <a:srgbClr val="000000"/>
                </a:solidFill>
                <a:latin typeface="Arial" panose="020B0604020202020204" pitchFamily="34" charset="0"/>
                <a:ea typeface="Inter"/>
                <a:cs typeface="Arial" panose="020B0604020202020204" pitchFamily="34" charset="0"/>
                <a:sym typeface="Inter"/>
              </a:rPr>
              <a:t>Tổng </a:t>
            </a:r>
            <a:r>
              <a:rPr lang="en-US" sz="3600">
                <a:solidFill>
                  <a:srgbClr val="000000"/>
                </a:solidFill>
                <a:latin typeface="Arial" panose="020B0604020202020204" pitchFamily="34" charset="0"/>
                <a:ea typeface="Inter"/>
                <a:cs typeface="Arial" panose="020B0604020202020204" pitchFamily="34" charset="0"/>
                <a:sym typeface="Inter"/>
              </a:rPr>
              <a:t>quan về đề </a:t>
            </a:r>
            <a:r>
              <a:rPr lang="en-US" sz="3600" smtClean="0">
                <a:solidFill>
                  <a:srgbClr val="000000"/>
                </a:solidFill>
                <a:latin typeface="Arial" panose="020B0604020202020204" pitchFamily="34" charset="0"/>
                <a:ea typeface="Inter"/>
                <a:cs typeface="Arial" panose="020B0604020202020204" pitchFamily="34" charset="0"/>
                <a:sym typeface="Inter"/>
              </a:rPr>
              <a:t>tài</a:t>
            </a:r>
          </a:p>
          <a:p>
            <a:pPr marL="514350" indent="-514350" algn="just">
              <a:lnSpc>
                <a:spcPct val="150000"/>
              </a:lnSpc>
              <a:buFontTx/>
              <a:buAutoNum type="arabicPeriod"/>
            </a:pPr>
            <a:r>
              <a:rPr lang="en-US" sz="3600" smtClean="0">
                <a:solidFill>
                  <a:srgbClr val="000000"/>
                </a:solidFill>
                <a:latin typeface="Arial" panose="020B0604020202020204" pitchFamily="34" charset="0"/>
                <a:ea typeface="Inter"/>
                <a:cs typeface="Arial" panose="020B0604020202020204" pitchFamily="34" charset="0"/>
                <a:sym typeface="Inter"/>
              </a:rPr>
              <a:t>Công cụ sử dụng</a:t>
            </a:r>
            <a:endParaRPr lang="en-US" sz="3600" smtClean="0">
              <a:solidFill>
                <a:srgbClr val="000000"/>
              </a:solidFill>
              <a:latin typeface="Arial" panose="020B0604020202020204" pitchFamily="34" charset="0"/>
              <a:ea typeface="Inter"/>
              <a:cs typeface="Arial" panose="020B0604020202020204" pitchFamily="34" charset="0"/>
              <a:sym typeface="Inter"/>
            </a:endParaRPr>
          </a:p>
          <a:p>
            <a:pPr marL="514350" indent="-514350" algn="just">
              <a:lnSpc>
                <a:spcPct val="150000"/>
              </a:lnSpc>
              <a:buFontTx/>
              <a:buAutoNum type="arabicPeriod"/>
            </a:pPr>
            <a:r>
              <a:rPr lang="en-US" sz="3600" smtClean="0">
                <a:solidFill>
                  <a:srgbClr val="000000"/>
                </a:solidFill>
                <a:latin typeface="Arial" panose="020B0604020202020204" pitchFamily="34" charset="0"/>
                <a:ea typeface="Inter"/>
                <a:cs typeface="Arial" panose="020B0604020202020204" pitchFamily="34" charset="0"/>
                <a:sym typeface="Inter"/>
              </a:rPr>
              <a:t>Thiết </a:t>
            </a:r>
            <a:r>
              <a:rPr lang="en-US" sz="3600" smtClean="0">
                <a:solidFill>
                  <a:srgbClr val="000000"/>
                </a:solidFill>
                <a:latin typeface="Arial" panose="020B0604020202020204" pitchFamily="34" charset="0"/>
                <a:ea typeface="Inter"/>
                <a:cs typeface="Arial" panose="020B0604020202020204" pitchFamily="34" charset="0"/>
                <a:sym typeface="Inter"/>
              </a:rPr>
              <a:t>kế hệ thống</a:t>
            </a:r>
          </a:p>
          <a:p>
            <a:pPr marL="514350" indent="-514350" algn="just">
              <a:lnSpc>
                <a:spcPct val="150000"/>
              </a:lnSpc>
              <a:buFontTx/>
              <a:buAutoNum type="arabicPeriod"/>
            </a:pPr>
            <a:r>
              <a:rPr lang="en-US" sz="3600" smtClean="0">
                <a:solidFill>
                  <a:srgbClr val="000000"/>
                </a:solidFill>
                <a:latin typeface="Arial" panose="020B0604020202020204" pitchFamily="34" charset="0"/>
                <a:ea typeface="Inter"/>
                <a:cs typeface="Arial" panose="020B0604020202020204" pitchFamily="34" charset="0"/>
                <a:sym typeface="Inter"/>
              </a:rPr>
              <a:t>Nội dung thực hiện</a:t>
            </a:r>
          </a:p>
          <a:p>
            <a:pPr marL="514350" indent="-514350" algn="just">
              <a:lnSpc>
                <a:spcPct val="150000"/>
              </a:lnSpc>
              <a:buFontTx/>
              <a:buAutoNum type="arabicPeriod"/>
            </a:pPr>
            <a:r>
              <a:rPr lang="en-US" sz="3600" smtClean="0">
                <a:solidFill>
                  <a:srgbClr val="000000"/>
                </a:solidFill>
                <a:latin typeface="Arial" panose="020B0604020202020204" pitchFamily="34" charset="0"/>
                <a:ea typeface="Inter"/>
                <a:cs typeface="Arial" panose="020B0604020202020204" pitchFamily="34" charset="0"/>
                <a:sym typeface="Inter"/>
              </a:rPr>
              <a:t>Tổng kết</a:t>
            </a:r>
          </a:p>
        </p:txBody>
      </p:sp>
      <p:sp>
        <p:nvSpPr>
          <p:cNvPr id="34" name="TextBox 4"/>
          <p:cNvSpPr txBox="1"/>
          <p:nvPr/>
        </p:nvSpPr>
        <p:spPr>
          <a:xfrm>
            <a:off x="7162800" y="6158284"/>
            <a:ext cx="1393249" cy="371897"/>
          </a:xfrm>
          <a:prstGeom prst="rect">
            <a:avLst/>
          </a:prstGeom>
        </p:spPr>
        <p:txBody>
          <a:bodyPr lIns="0" tIns="0" rIns="0" bIns="0" rtlCol="0" anchor="t">
            <a:spAutoFit/>
          </a:bodyPr>
          <a:lstStyle/>
          <a:p>
            <a:pPr algn="r">
              <a:lnSpc>
                <a:spcPts val="2940"/>
              </a:lnSpc>
              <a:spcBef>
                <a:spcPct val="0"/>
              </a:spcBef>
            </a:pPr>
            <a:r>
              <a:rPr lang="en-US" sz="2100" b="1">
                <a:solidFill>
                  <a:srgbClr val="000000"/>
                </a:solidFill>
                <a:latin typeface="Arial" panose="020B0604020202020204" pitchFamily="34" charset="0"/>
                <a:ea typeface="Inter Medium"/>
                <a:cs typeface="Arial" panose="020B0604020202020204" pitchFamily="34" charset="0"/>
                <a:sym typeface="Inter Medium"/>
              </a:rPr>
              <a:t>PAGE 02</a:t>
            </a:r>
          </a:p>
        </p:txBody>
      </p:sp>
      <p:sp>
        <p:nvSpPr>
          <p:cNvPr id="40" name="Freeform 2"/>
          <p:cNvSpPr/>
          <p:nvPr/>
        </p:nvSpPr>
        <p:spPr>
          <a:xfrm>
            <a:off x="6948487" y="1274267"/>
            <a:ext cx="3352800" cy="4023438"/>
          </a:xfrm>
          <a:custGeom>
            <a:avLst/>
            <a:gdLst/>
            <a:ahLst/>
            <a:cxnLst/>
            <a:rect l="l" t="t" r="r" b="b"/>
            <a:pathLst>
              <a:path w="7131854" h="9334888">
                <a:moveTo>
                  <a:pt x="0" y="0"/>
                </a:moveTo>
                <a:lnTo>
                  <a:pt x="7131854" y="0"/>
                </a:lnTo>
                <a:lnTo>
                  <a:pt x="7131854" y="9334888"/>
                </a:lnTo>
                <a:lnTo>
                  <a:pt x="0" y="9334888"/>
                </a:lnTo>
                <a:lnTo>
                  <a:pt x="0" y="0"/>
                </a:lnTo>
                <a:close/>
              </a:path>
            </a:pathLst>
          </a:custGeom>
          <a:blipFill>
            <a:blip r:embed="rId7">
              <a:extLst>
                <a:ext uri="{96DAC541-7B7A-43D3-8B79-37D633B846F1}">
                  <asvg:svgBlip xmlns:asvg="http://schemas.microsoft.com/office/drawing/2016/SVG/main" xmlns="" r:embed="rId8"/>
                </a:ext>
              </a:extLst>
            </a:blip>
            <a:stretch>
              <a:fillRect/>
            </a:stretch>
          </a:blipFill>
        </p:spPr>
      </p:sp>
    </p:spTree>
    <p:extLst>
      <p:ext uri="{BB962C8B-B14F-4D97-AF65-F5344CB8AC3E}">
        <p14:creationId xmlns:p14="http://schemas.microsoft.com/office/powerpoint/2010/main" val="1644514888"/>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sp>
        <p:nvSpPr>
          <p:cNvPr id="9" name="Freeform 9"/>
          <p:cNvSpPr/>
          <p:nvPr/>
        </p:nvSpPr>
        <p:spPr>
          <a:xfrm>
            <a:off x="-1039443" y="342900"/>
            <a:ext cx="2031215" cy="2057400"/>
          </a:xfrm>
          <a:custGeom>
            <a:avLst/>
            <a:gdLst/>
            <a:ahLst/>
            <a:cxnLst/>
            <a:rect l="l" t="t" r="r" b="b"/>
            <a:pathLst>
              <a:path w="4062430" h="4114800">
                <a:moveTo>
                  <a:pt x="0" y="0"/>
                </a:moveTo>
                <a:lnTo>
                  <a:pt x="4062430" y="0"/>
                </a:lnTo>
                <a:lnTo>
                  <a:pt x="4062430" y="4114800"/>
                </a:lnTo>
                <a:lnTo>
                  <a:pt x="0" y="4114800"/>
                </a:lnTo>
                <a:lnTo>
                  <a:pt x="0" y="0"/>
                </a:lnTo>
                <a:close/>
              </a:path>
            </a:pathLst>
          </a:custGeom>
          <a:blipFill>
            <a:blip r:embed="rId3">
              <a:extLst>
                <a:ext uri="{96DAC541-7B7A-43D3-8B79-37D633B846F1}">
                  <asvg:svgBlip xmlns:asvg="http://schemas.microsoft.com/office/drawing/2016/SVG/main" xmlns="" r:embed="rId4"/>
                </a:ext>
              </a:extLst>
            </a:blip>
            <a:stretch>
              <a:fillRect/>
            </a:stretch>
          </a:blipFill>
        </p:spPr>
      </p:sp>
      <p:sp>
        <p:nvSpPr>
          <p:cNvPr id="10" name="Freeform 10"/>
          <p:cNvSpPr/>
          <p:nvPr/>
        </p:nvSpPr>
        <p:spPr>
          <a:xfrm>
            <a:off x="-381000" y="5602556"/>
            <a:ext cx="2290628" cy="2057400"/>
          </a:xfrm>
          <a:custGeom>
            <a:avLst/>
            <a:gdLst/>
            <a:ahLst/>
            <a:cxnLst/>
            <a:rect l="l" t="t" r="r" b="b"/>
            <a:pathLst>
              <a:path w="4581255" h="4114800">
                <a:moveTo>
                  <a:pt x="0" y="0"/>
                </a:moveTo>
                <a:lnTo>
                  <a:pt x="4581255" y="0"/>
                </a:lnTo>
                <a:lnTo>
                  <a:pt x="4581255" y="4114800"/>
                </a:lnTo>
                <a:lnTo>
                  <a:pt x="0" y="4114800"/>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14" name="Freeform 14"/>
          <p:cNvSpPr/>
          <p:nvPr/>
        </p:nvSpPr>
        <p:spPr>
          <a:xfrm flipH="1" flipV="1">
            <a:off x="6553200" y="987956"/>
            <a:ext cx="3573639" cy="1996771"/>
          </a:xfrm>
          <a:custGeom>
            <a:avLst/>
            <a:gdLst/>
            <a:ahLst/>
            <a:cxnLst/>
            <a:rect l="l" t="t" r="r" b="b"/>
            <a:pathLst>
              <a:path w="7147278" h="3993541">
                <a:moveTo>
                  <a:pt x="7147278" y="3993542"/>
                </a:moveTo>
                <a:lnTo>
                  <a:pt x="0" y="3993542"/>
                </a:lnTo>
                <a:lnTo>
                  <a:pt x="0" y="0"/>
                </a:lnTo>
                <a:lnTo>
                  <a:pt x="7147278" y="0"/>
                </a:lnTo>
                <a:lnTo>
                  <a:pt x="7147278" y="3993542"/>
                </a:lnTo>
                <a:close/>
              </a:path>
            </a:pathLst>
          </a:custGeom>
          <a:blipFill>
            <a:blip r:embed="rId7"/>
            <a:stretch>
              <a:fillRect/>
            </a:stretch>
          </a:blipFill>
        </p:spPr>
      </p:sp>
      <p:sp>
        <p:nvSpPr>
          <p:cNvPr id="15" name="Title 1"/>
          <p:cNvSpPr txBox="1">
            <a:spLocks/>
          </p:cNvSpPr>
          <p:nvPr/>
        </p:nvSpPr>
        <p:spPr>
          <a:xfrm>
            <a:off x="228600" y="461771"/>
            <a:ext cx="8271130" cy="1470025"/>
          </a:xfrm>
          <a:prstGeom prst="rect">
            <a:avLst/>
          </a:prstGeom>
        </p:spPr>
        <p:txBody>
          <a:bodyPr>
            <a:noAutofit/>
          </a:bodyPr>
          <a:lstStyle>
            <a:lvl1pPr algn="ctr" defTabSz="457200" rtl="0" eaLnBrk="1" latinLnBrk="0" hangingPunct="1">
              <a:spcBef>
                <a:spcPct val="0"/>
              </a:spcBef>
              <a:buNone/>
              <a:defRPr sz="2200" kern="1200">
                <a:solidFill>
                  <a:schemeClr val="tx1"/>
                </a:solidFill>
                <a:latin typeface="+mj-lt"/>
                <a:ea typeface="+mj-ea"/>
                <a:cs typeface="+mj-cs"/>
              </a:defRPr>
            </a:lvl1pPr>
          </a:lstStyle>
          <a:p>
            <a:r>
              <a:rPr lang="en-US" sz="3200" b="1" smtClean="0">
                <a:latin typeface="Arial" panose="020B0604020202020204" pitchFamily="34" charset="0"/>
                <a:cs typeface="Arial" panose="020B0604020202020204" pitchFamily="34" charset="0"/>
              </a:rPr>
              <a:t>TỔNG QUAN VỀ ĐỀ TÀI</a:t>
            </a:r>
            <a:endParaRPr lang="en-US" sz="3200" b="1" dirty="0">
              <a:latin typeface="Arial" panose="020B0604020202020204" pitchFamily="34" charset="0"/>
              <a:cs typeface="Arial" panose="020B0604020202020204" pitchFamily="34" charset="0"/>
            </a:endParaRPr>
          </a:p>
        </p:txBody>
      </p:sp>
      <p:sp>
        <p:nvSpPr>
          <p:cNvPr id="16" name="Rectangle 15"/>
          <p:cNvSpPr/>
          <p:nvPr/>
        </p:nvSpPr>
        <p:spPr>
          <a:xfrm>
            <a:off x="991772" y="1939368"/>
            <a:ext cx="7824787" cy="3655616"/>
          </a:xfrm>
          <a:prstGeom prst="rect">
            <a:avLst/>
          </a:prstGeom>
        </p:spPr>
        <p:txBody>
          <a:bodyPr wrap="square">
            <a:spAutoFit/>
          </a:bodyPr>
          <a:lstStyle/>
          <a:p>
            <a:pPr algn="just">
              <a:lnSpc>
                <a:spcPct val="200000"/>
              </a:lnSpc>
            </a:pPr>
            <a:r>
              <a:rPr lang="en-US" sz="2800" b="1">
                <a:solidFill>
                  <a:srgbClr val="000000"/>
                </a:solidFill>
                <a:latin typeface="Arial" panose="020B0604020202020204" pitchFamily="34" charset="0"/>
                <a:ea typeface="Inter Bold"/>
                <a:cs typeface="Arial" panose="020B0604020202020204" pitchFamily="34" charset="0"/>
                <a:sym typeface="Inter Bold"/>
              </a:rPr>
              <a:t>Lý do chọn đề </a:t>
            </a:r>
            <a:r>
              <a:rPr lang="en-US" sz="2800" b="1" smtClean="0">
                <a:solidFill>
                  <a:srgbClr val="000000"/>
                </a:solidFill>
                <a:latin typeface="Arial" panose="020B0604020202020204" pitchFamily="34" charset="0"/>
                <a:ea typeface="Inter Bold"/>
                <a:cs typeface="Arial" panose="020B0604020202020204" pitchFamily="34" charset="0"/>
                <a:sym typeface="Inter Bold"/>
              </a:rPr>
              <a:t>tài</a:t>
            </a:r>
          </a:p>
          <a:p>
            <a:pPr algn="just">
              <a:lnSpc>
                <a:spcPct val="200000"/>
              </a:lnSpc>
            </a:pPr>
            <a:r>
              <a:rPr lang="vi-VN" sz="2400"/>
              <a:t>Công tác quản lý mượn – trả tại Thư viện Trường Đại học Trà Vinh còn thủ công, dễ sai sót, do đó cần ứng dụng công nghệ thông tin để nâng cao hiệu quả quản lý.</a:t>
            </a:r>
          </a:p>
          <a:p>
            <a:pPr algn="just">
              <a:lnSpc>
                <a:spcPct val="150000"/>
              </a:lnSpc>
            </a:pPr>
            <a:endParaRPr lang="en-US" sz="2400">
              <a:solidFill>
                <a:srgbClr val="000000"/>
              </a:solidFill>
              <a:latin typeface="Arial" panose="020B0604020202020204" pitchFamily="34" charset="0"/>
              <a:ea typeface="Inter Bold"/>
              <a:cs typeface="Arial" panose="020B0604020202020204" pitchFamily="34" charset="0"/>
              <a:sym typeface="Inter Bold"/>
            </a:endParaRPr>
          </a:p>
        </p:txBody>
      </p:sp>
      <p:sp>
        <p:nvSpPr>
          <p:cNvPr id="17" name="TextBox 4"/>
          <p:cNvSpPr txBox="1"/>
          <p:nvPr/>
        </p:nvSpPr>
        <p:spPr>
          <a:xfrm>
            <a:off x="7162800" y="6158284"/>
            <a:ext cx="1393249" cy="340221"/>
          </a:xfrm>
          <a:prstGeom prst="rect">
            <a:avLst/>
          </a:prstGeom>
        </p:spPr>
        <p:txBody>
          <a:bodyPr lIns="0" tIns="0" rIns="0" bIns="0" rtlCol="0" anchor="t">
            <a:spAutoFit/>
          </a:bodyPr>
          <a:lstStyle/>
          <a:p>
            <a:pPr algn="r">
              <a:lnSpc>
                <a:spcPts val="2940"/>
              </a:lnSpc>
              <a:spcBef>
                <a:spcPct val="0"/>
              </a:spcBef>
            </a:pPr>
            <a:r>
              <a:rPr lang="en-US" sz="2100" b="1">
                <a:solidFill>
                  <a:srgbClr val="000000"/>
                </a:solidFill>
                <a:latin typeface="Arial" panose="020B0604020202020204" pitchFamily="34" charset="0"/>
                <a:ea typeface="Inter Medium"/>
                <a:cs typeface="Arial" panose="020B0604020202020204" pitchFamily="34" charset="0"/>
                <a:sym typeface="Inter Medium"/>
              </a:rPr>
              <a:t>PAGE </a:t>
            </a:r>
            <a:r>
              <a:rPr lang="en-US" sz="2100" b="1" smtClean="0">
                <a:solidFill>
                  <a:srgbClr val="000000"/>
                </a:solidFill>
                <a:latin typeface="Arial" panose="020B0604020202020204" pitchFamily="34" charset="0"/>
                <a:ea typeface="Inter Medium"/>
                <a:cs typeface="Arial" panose="020B0604020202020204" pitchFamily="34" charset="0"/>
                <a:sym typeface="Inter Medium"/>
              </a:rPr>
              <a:t>03</a:t>
            </a:r>
            <a:endParaRPr lang="en-US" sz="2100" b="1">
              <a:solidFill>
                <a:srgbClr val="000000"/>
              </a:solidFill>
              <a:latin typeface="Arial" panose="020B0604020202020204" pitchFamily="34" charset="0"/>
              <a:ea typeface="Inter Medium"/>
              <a:cs typeface="Arial" panose="020B0604020202020204" pitchFamily="34" charset="0"/>
              <a:sym typeface="Inter Medium"/>
            </a:endParaRPr>
          </a:p>
        </p:txBody>
      </p:sp>
    </p:spTree>
    <p:extLst>
      <p:ext uri="{BB962C8B-B14F-4D97-AF65-F5344CB8AC3E}">
        <p14:creationId xmlns:p14="http://schemas.microsoft.com/office/powerpoint/2010/main" val="2700300856"/>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sp>
        <p:nvSpPr>
          <p:cNvPr id="10" name="Freeform 10"/>
          <p:cNvSpPr/>
          <p:nvPr/>
        </p:nvSpPr>
        <p:spPr>
          <a:xfrm>
            <a:off x="-1039443" y="0"/>
            <a:ext cx="2031215" cy="2057400"/>
          </a:xfrm>
          <a:custGeom>
            <a:avLst/>
            <a:gdLst/>
            <a:ahLst/>
            <a:cxnLst/>
            <a:rect l="l" t="t" r="r" b="b"/>
            <a:pathLst>
              <a:path w="4062430" h="4114800">
                <a:moveTo>
                  <a:pt x="0" y="0"/>
                </a:moveTo>
                <a:lnTo>
                  <a:pt x="4062430" y="0"/>
                </a:lnTo>
                <a:lnTo>
                  <a:pt x="4062430" y="4114800"/>
                </a:lnTo>
                <a:lnTo>
                  <a:pt x="0" y="4114800"/>
                </a:lnTo>
                <a:lnTo>
                  <a:pt x="0" y="0"/>
                </a:lnTo>
                <a:close/>
              </a:path>
            </a:pathLst>
          </a:custGeom>
          <a:blipFill>
            <a:blip r:embed="rId3">
              <a:extLst>
                <a:ext uri="{96DAC541-7B7A-43D3-8B79-37D633B846F1}">
                  <asvg:svgBlip xmlns:asvg="http://schemas.microsoft.com/office/drawing/2016/SVG/main" xmlns="" r:embed="rId4"/>
                </a:ext>
              </a:extLst>
            </a:blip>
            <a:stretch>
              <a:fillRect/>
            </a:stretch>
          </a:blipFill>
        </p:spPr>
      </p:sp>
      <p:sp>
        <p:nvSpPr>
          <p:cNvPr id="11" name="Freeform 11"/>
          <p:cNvSpPr/>
          <p:nvPr/>
        </p:nvSpPr>
        <p:spPr>
          <a:xfrm>
            <a:off x="-414355" y="5638800"/>
            <a:ext cx="2290628" cy="2057400"/>
          </a:xfrm>
          <a:custGeom>
            <a:avLst/>
            <a:gdLst/>
            <a:ahLst/>
            <a:cxnLst/>
            <a:rect l="l" t="t" r="r" b="b"/>
            <a:pathLst>
              <a:path w="4581255" h="4114800">
                <a:moveTo>
                  <a:pt x="0" y="0"/>
                </a:moveTo>
                <a:lnTo>
                  <a:pt x="4581255" y="0"/>
                </a:lnTo>
                <a:lnTo>
                  <a:pt x="4581255" y="4114800"/>
                </a:lnTo>
                <a:lnTo>
                  <a:pt x="0" y="4114800"/>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14" name="Freeform 14"/>
          <p:cNvSpPr/>
          <p:nvPr/>
        </p:nvSpPr>
        <p:spPr>
          <a:xfrm flipH="1" flipV="1">
            <a:off x="6477000" y="457199"/>
            <a:ext cx="3573639" cy="1996771"/>
          </a:xfrm>
          <a:custGeom>
            <a:avLst/>
            <a:gdLst/>
            <a:ahLst/>
            <a:cxnLst/>
            <a:rect l="l" t="t" r="r" b="b"/>
            <a:pathLst>
              <a:path w="7147278" h="3993541">
                <a:moveTo>
                  <a:pt x="7147278" y="3993542"/>
                </a:moveTo>
                <a:lnTo>
                  <a:pt x="0" y="3993542"/>
                </a:lnTo>
                <a:lnTo>
                  <a:pt x="0" y="0"/>
                </a:lnTo>
                <a:lnTo>
                  <a:pt x="7147278" y="0"/>
                </a:lnTo>
                <a:lnTo>
                  <a:pt x="7147278" y="3993542"/>
                </a:lnTo>
                <a:close/>
              </a:path>
            </a:pathLst>
          </a:custGeom>
          <a:blipFill>
            <a:blip r:embed="rId7"/>
            <a:stretch>
              <a:fillRect/>
            </a:stretch>
          </a:blipFill>
        </p:spPr>
      </p:sp>
      <p:sp>
        <p:nvSpPr>
          <p:cNvPr id="16" name="Rectangle 15"/>
          <p:cNvSpPr/>
          <p:nvPr/>
        </p:nvSpPr>
        <p:spPr>
          <a:xfrm>
            <a:off x="994341" y="1455585"/>
            <a:ext cx="7893170" cy="4524315"/>
          </a:xfrm>
          <a:prstGeom prst="rect">
            <a:avLst/>
          </a:prstGeom>
        </p:spPr>
        <p:txBody>
          <a:bodyPr wrap="square">
            <a:spAutoFit/>
          </a:bodyPr>
          <a:lstStyle/>
          <a:p>
            <a:pPr algn="just">
              <a:lnSpc>
                <a:spcPct val="150000"/>
              </a:lnSpc>
            </a:pPr>
            <a:r>
              <a:rPr lang="en-US" sz="2400" b="1">
                <a:solidFill>
                  <a:srgbClr val="000000"/>
                </a:solidFill>
                <a:latin typeface="Arial" panose="020B0604020202020204" pitchFamily="34" charset="0"/>
                <a:ea typeface="Inter Bold"/>
                <a:cs typeface="Arial" panose="020B0604020202020204" pitchFamily="34" charset="0"/>
                <a:sym typeface="Inter Bold"/>
              </a:rPr>
              <a:t>Mục tiêu của đề tài</a:t>
            </a:r>
          </a:p>
          <a:p>
            <a:pPr marL="342900" indent="-342900">
              <a:lnSpc>
                <a:spcPct val="150000"/>
              </a:lnSpc>
              <a:buFont typeface="Arial" panose="020B0604020202020204" pitchFamily="34" charset="0"/>
              <a:buChar char="•"/>
            </a:pPr>
            <a:r>
              <a:rPr lang="vi-VN" sz="2400"/>
              <a:t>Xây dựng website quản lý thư viện phục vụ công tác quản lý sách và mượn – trả.</a:t>
            </a:r>
          </a:p>
          <a:p>
            <a:pPr marL="342900" indent="-342900">
              <a:lnSpc>
                <a:spcPct val="150000"/>
              </a:lnSpc>
              <a:buFont typeface="Arial" panose="020B0604020202020204" pitchFamily="34" charset="0"/>
              <a:buChar char="•"/>
            </a:pPr>
            <a:r>
              <a:rPr lang="vi-VN" sz="2400"/>
              <a:t>Nâng cao hiệu quả quản lý, giảm sai sót và tiết kiệm thời gian vận hành.</a:t>
            </a:r>
          </a:p>
          <a:p>
            <a:pPr marL="342900" indent="-342900">
              <a:lnSpc>
                <a:spcPct val="150000"/>
              </a:lnSpc>
              <a:buFont typeface="Arial" panose="020B0604020202020204" pitchFamily="34" charset="0"/>
              <a:buChar char="•"/>
            </a:pPr>
            <a:r>
              <a:rPr lang="vi-VN" sz="2400"/>
              <a:t>Hỗ trợ tra cứu sách nhanh chóng, thuận tiện cho người đọc.</a:t>
            </a:r>
          </a:p>
          <a:p>
            <a:pPr algn="just">
              <a:lnSpc>
                <a:spcPct val="150000"/>
              </a:lnSpc>
            </a:pPr>
            <a:endParaRPr lang="en-US" sz="2400">
              <a:solidFill>
                <a:srgbClr val="000000"/>
              </a:solidFill>
              <a:latin typeface="Arial" panose="020B0604020202020204" pitchFamily="34" charset="0"/>
              <a:ea typeface="Inter"/>
              <a:cs typeface="Arial" panose="020B0604020202020204" pitchFamily="34" charset="0"/>
              <a:sym typeface="Inter"/>
            </a:endParaRPr>
          </a:p>
        </p:txBody>
      </p:sp>
      <p:sp>
        <p:nvSpPr>
          <p:cNvPr id="18" name="TextBox 4"/>
          <p:cNvSpPr txBox="1"/>
          <p:nvPr/>
        </p:nvSpPr>
        <p:spPr>
          <a:xfrm>
            <a:off x="7162800" y="6158284"/>
            <a:ext cx="1393249" cy="340221"/>
          </a:xfrm>
          <a:prstGeom prst="rect">
            <a:avLst/>
          </a:prstGeom>
        </p:spPr>
        <p:txBody>
          <a:bodyPr lIns="0" tIns="0" rIns="0" bIns="0" rtlCol="0" anchor="t">
            <a:spAutoFit/>
          </a:bodyPr>
          <a:lstStyle/>
          <a:p>
            <a:pPr algn="r">
              <a:lnSpc>
                <a:spcPts val="2940"/>
              </a:lnSpc>
              <a:spcBef>
                <a:spcPct val="0"/>
              </a:spcBef>
            </a:pPr>
            <a:r>
              <a:rPr lang="en-US" sz="2100" b="1">
                <a:solidFill>
                  <a:srgbClr val="000000"/>
                </a:solidFill>
                <a:latin typeface="Arial" panose="020B0604020202020204" pitchFamily="34" charset="0"/>
                <a:ea typeface="Inter Medium"/>
                <a:cs typeface="Arial" panose="020B0604020202020204" pitchFamily="34" charset="0"/>
                <a:sym typeface="Inter Medium"/>
              </a:rPr>
              <a:t>PAGE </a:t>
            </a:r>
            <a:r>
              <a:rPr lang="en-US" sz="2100" b="1" smtClean="0">
                <a:solidFill>
                  <a:srgbClr val="000000"/>
                </a:solidFill>
                <a:latin typeface="Arial" panose="020B0604020202020204" pitchFamily="34" charset="0"/>
                <a:ea typeface="Inter Medium"/>
                <a:cs typeface="Arial" panose="020B0604020202020204" pitchFamily="34" charset="0"/>
                <a:sym typeface="Inter Medium"/>
              </a:rPr>
              <a:t>04</a:t>
            </a:r>
            <a:endParaRPr lang="en-US" sz="2100" b="1">
              <a:solidFill>
                <a:srgbClr val="000000"/>
              </a:solidFill>
              <a:latin typeface="Arial" panose="020B0604020202020204" pitchFamily="34" charset="0"/>
              <a:ea typeface="Inter Medium"/>
              <a:cs typeface="Arial" panose="020B0604020202020204" pitchFamily="34" charset="0"/>
              <a:sym typeface="Inter Medium"/>
            </a:endParaRPr>
          </a:p>
        </p:txBody>
      </p:sp>
    </p:spTree>
    <p:extLst>
      <p:ext uri="{BB962C8B-B14F-4D97-AF65-F5344CB8AC3E}">
        <p14:creationId xmlns:p14="http://schemas.microsoft.com/office/powerpoint/2010/main" val="117184882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sp>
        <p:nvSpPr>
          <p:cNvPr id="10" name="Freeform 10"/>
          <p:cNvSpPr/>
          <p:nvPr/>
        </p:nvSpPr>
        <p:spPr>
          <a:xfrm>
            <a:off x="-1039443" y="152400"/>
            <a:ext cx="1572843" cy="1640357"/>
          </a:xfrm>
          <a:custGeom>
            <a:avLst/>
            <a:gdLst/>
            <a:ahLst/>
            <a:cxnLst/>
            <a:rect l="l" t="t" r="r" b="b"/>
            <a:pathLst>
              <a:path w="4062430" h="4114800">
                <a:moveTo>
                  <a:pt x="0" y="0"/>
                </a:moveTo>
                <a:lnTo>
                  <a:pt x="4062430" y="0"/>
                </a:lnTo>
                <a:lnTo>
                  <a:pt x="4062430" y="4114800"/>
                </a:lnTo>
                <a:lnTo>
                  <a:pt x="0" y="4114800"/>
                </a:lnTo>
                <a:lnTo>
                  <a:pt x="0" y="0"/>
                </a:lnTo>
                <a:close/>
              </a:path>
            </a:pathLst>
          </a:custGeom>
          <a:blipFill>
            <a:blip r:embed="rId3">
              <a:extLst>
                <a:ext uri="{96DAC541-7B7A-43D3-8B79-37D633B846F1}">
                  <asvg:svgBlip xmlns:asvg="http://schemas.microsoft.com/office/drawing/2016/SVG/main" xmlns="" r:embed="rId4"/>
                </a:ext>
              </a:extLst>
            </a:blip>
            <a:stretch>
              <a:fillRect/>
            </a:stretch>
          </a:blipFill>
        </p:spPr>
      </p:sp>
      <p:sp>
        <p:nvSpPr>
          <p:cNvPr id="11" name="Freeform 11"/>
          <p:cNvSpPr/>
          <p:nvPr/>
        </p:nvSpPr>
        <p:spPr>
          <a:xfrm>
            <a:off x="-414355" y="5638800"/>
            <a:ext cx="2290628" cy="2057400"/>
          </a:xfrm>
          <a:custGeom>
            <a:avLst/>
            <a:gdLst/>
            <a:ahLst/>
            <a:cxnLst/>
            <a:rect l="l" t="t" r="r" b="b"/>
            <a:pathLst>
              <a:path w="4581255" h="4114800">
                <a:moveTo>
                  <a:pt x="0" y="0"/>
                </a:moveTo>
                <a:lnTo>
                  <a:pt x="4581255" y="0"/>
                </a:lnTo>
                <a:lnTo>
                  <a:pt x="4581255" y="4114800"/>
                </a:lnTo>
                <a:lnTo>
                  <a:pt x="0" y="4114800"/>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14" name="Freeform 14"/>
          <p:cNvSpPr/>
          <p:nvPr/>
        </p:nvSpPr>
        <p:spPr>
          <a:xfrm flipH="1" flipV="1">
            <a:off x="6172200" y="304800"/>
            <a:ext cx="3612007" cy="2024564"/>
          </a:xfrm>
          <a:custGeom>
            <a:avLst/>
            <a:gdLst/>
            <a:ahLst/>
            <a:cxnLst/>
            <a:rect l="l" t="t" r="r" b="b"/>
            <a:pathLst>
              <a:path w="7147278" h="3993541">
                <a:moveTo>
                  <a:pt x="7147278" y="3993542"/>
                </a:moveTo>
                <a:lnTo>
                  <a:pt x="0" y="3993542"/>
                </a:lnTo>
                <a:lnTo>
                  <a:pt x="0" y="0"/>
                </a:lnTo>
                <a:lnTo>
                  <a:pt x="7147278" y="0"/>
                </a:lnTo>
                <a:lnTo>
                  <a:pt x="7147278" y="3993542"/>
                </a:lnTo>
                <a:close/>
              </a:path>
            </a:pathLst>
          </a:custGeom>
          <a:blipFill>
            <a:blip r:embed="rId7"/>
            <a:stretch>
              <a:fillRect/>
            </a:stretch>
          </a:blipFill>
        </p:spPr>
      </p:sp>
      <p:sp>
        <p:nvSpPr>
          <p:cNvPr id="18" name="TextBox 4"/>
          <p:cNvSpPr txBox="1"/>
          <p:nvPr/>
        </p:nvSpPr>
        <p:spPr>
          <a:xfrm>
            <a:off x="7162800" y="6158284"/>
            <a:ext cx="1393249" cy="340221"/>
          </a:xfrm>
          <a:prstGeom prst="rect">
            <a:avLst/>
          </a:prstGeom>
        </p:spPr>
        <p:txBody>
          <a:bodyPr lIns="0" tIns="0" rIns="0" bIns="0" rtlCol="0" anchor="t">
            <a:spAutoFit/>
          </a:bodyPr>
          <a:lstStyle/>
          <a:p>
            <a:pPr algn="r">
              <a:lnSpc>
                <a:spcPts val="2940"/>
              </a:lnSpc>
              <a:spcBef>
                <a:spcPct val="0"/>
              </a:spcBef>
            </a:pPr>
            <a:r>
              <a:rPr lang="en-US" sz="2100" b="1">
                <a:solidFill>
                  <a:srgbClr val="000000"/>
                </a:solidFill>
                <a:latin typeface="Arial" panose="020B0604020202020204" pitchFamily="34" charset="0"/>
                <a:ea typeface="Inter Medium"/>
                <a:cs typeface="Arial" panose="020B0604020202020204" pitchFamily="34" charset="0"/>
                <a:sym typeface="Inter Medium"/>
              </a:rPr>
              <a:t>PAGE </a:t>
            </a:r>
            <a:r>
              <a:rPr lang="en-US" sz="2100" b="1" smtClean="0">
                <a:solidFill>
                  <a:srgbClr val="000000"/>
                </a:solidFill>
                <a:latin typeface="Arial" panose="020B0604020202020204" pitchFamily="34" charset="0"/>
                <a:ea typeface="Inter Medium"/>
                <a:cs typeface="Arial" panose="020B0604020202020204" pitchFamily="34" charset="0"/>
                <a:sym typeface="Inter Medium"/>
              </a:rPr>
              <a:t>05</a:t>
            </a:r>
            <a:endParaRPr lang="en-US" sz="2100" b="1">
              <a:solidFill>
                <a:srgbClr val="000000"/>
              </a:solidFill>
              <a:latin typeface="Arial" panose="020B0604020202020204" pitchFamily="34" charset="0"/>
              <a:ea typeface="Inter Medium"/>
              <a:cs typeface="Arial" panose="020B0604020202020204" pitchFamily="34" charset="0"/>
              <a:sym typeface="Inter Medium"/>
            </a:endParaRPr>
          </a:p>
        </p:txBody>
      </p:sp>
      <p:sp>
        <p:nvSpPr>
          <p:cNvPr id="7" name="Rectangle 6"/>
          <p:cNvSpPr/>
          <p:nvPr/>
        </p:nvSpPr>
        <p:spPr>
          <a:xfrm>
            <a:off x="304800" y="1447800"/>
            <a:ext cx="9220200" cy="3170099"/>
          </a:xfrm>
          <a:prstGeom prst="rect">
            <a:avLst/>
          </a:prstGeom>
        </p:spPr>
        <p:txBody>
          <a:bodyPr wrap="square">
            <a:spAutoFit/>
          </a:bodyPr>
          <a:lstStyle/>
          <a:p>
            <a:pPr algn="just">
              <a:lnSpc>
                <a:spcPct val="200000"/>
              </a:lnSpc>
            </a:pPr>
            <a:r>
              <a:rPr lang="en-US" sz="2800" b="1">
                <a:solidFill>
                  <a:srgbClr val="000000"/>
                </a:solidFill>
                <a:latin typeface="Arial" panose="020B0604020202020204" pitchFamily="34" charset="0"/>
                <a:ea typeface="Inter Bold"/>
                <a:cs typeface="Arial" panose="020B0604020202020204" pitchFamily="34" charset="0"/>
                <a:sym typeface="Inter Bold"/>
              </a:rPr>
              <a:t>Giới hạn và phạm vi nghiên cứu</a:t>
            </a:r>
          </a:p>
          <a:p>
            <a:pPr marL="342900" indent="-342900" algn="just">
              <a:lnSpc>
                <a:spcPct val="200000"/>
              </a:lnSpc>
              <a:buFont typeface="Arial" panose="020B0604020202020204" pitchFamily="34" charset="0"/>
              <a:buChar char="•"/>
            </a:pPr>
            <a:r>
              <a:rPr lang="vi-VN" sz="2400" smtClean="0">
                <a:solidFill>
                  <a:srgbClr val="000000"/>
                </a:solidFill>
                <a:ea typeface="Inter"/>
                <a:cs typeface="Arial" panose="020B0604020202020204" pitchFamily="34" charset="0"/>
                <a:sym typeface="Inter"/>
              </a:rPr>
              <a:t>Hệ </a:t>
            </a:r>
            <a:r>
              <a:rPr lang="vi-VN" sz="2400">
                <a:solidFill>
                  <a:srgbClr val="000000"/>
                </a:solidFill>
                <a:ea typeface="Inter"/>
                <a:cs typeface="Arial" panose="020B0604020202020204" pitchFamily="34" charset="0"/>
                <a:sym typeface="Inter"/>
              </a:rPr>
              <a:t>thống giới hạn ở các chức </a:t>
            </a:r>
            <a:r>
              <a:rPr lang="vi-VN" sz="2400" smtClean="0">
                <a:solidFill>
                  <a:srgbClr val="000000"/>
                </a:solidFill>
                <a:ea typeface="Inter"/>
                <a:cs typeface="Arial" panose="020B0604020202020204" pitchFamily="34" charset="0"/>
                <a:sym typeface="Inter"/>
              </a:rPr>
              <a:t>năng</a:t>
            </a:r>
            <a:r>
              <a:rPr lang="en-US" sz="2400" smtClean="0">
                <a:solidFill>
                  <a:srgbClr val="000000"/>
                </a:solidFill>
                <a:ea typeface="Inter"/>
                <a:cs typeface="Arial" panose="020B0604020202020204" pitchFamily="34" charset="0"/>
                <a:sym typeface="Inter"/>
              </a:rPr>
              <a:t> quản lý</a:t>
            </a:r>
            <a:r>
              <a:rPr lang="vi-VN" sz="2400" smtClean="0">
                <a:solidFill>
                  <a:srgbClr val="000000"/>
                </a:solidFill>
                <a:ea typeface="Inter"/>
                <a:cs typeface="Arial" panose="020B0604020202020204" pitchFamily="34" charset="0"/>
                <a:sym typeface="Inter"/>
              </a:rPr>
              <a:t> </a:t>
            </a:r>
            <a:r>
              <a:rPr lang="vi-VN" sz="2400">
                <a:solidFill>
                  <a:srgbClr val="000000"/>
                </a:solidFill>
                <a:ea typeface="Inter"/>
                <a:cs typeface="Arial" panose="020B0604020202020204" pitchFamily="34" charset="0"/>
                <a:sym typeface="Inter"/>
              </a:rPr>
              <a:t>cơ bản</a:t>
            </a:r>
            <a:r>
              <a:rPr lang="vi-VN" sz="2400" smtClean="0">
                <a:solidFill>
                  <a:srgbClr val="000000"/>
                </a:solidFill>
                <a:ea typeface="Inter"/>
                <a:cs typeface="Arial" panose="020B0604020202020204" pitchFamily="34" charset="0"/>
                <a:sym typeface="Inter"/>
              </a:rPr>
              <a:t>.</a:t>
            </a:r>
            <a:endParaRPr lang="en-US" sz="2400" smtClean="0">
              <a:solidFill>
                <a:srgbClr val="000000"/>
              </a:solidFill>
              <a:ea typeface="Inter"/>
              <a:cs typeface="Arial" panose="020B0604020202020204" pitchFamily="34" charset="0"/>
              <a:sym typeface="Inter"/>
            </a:endParaRPr>
          </a:p>
          <a:p>
            <a:pPr marL="342900" indent="-342900" algn="just">
              <a:lnSpc>
                <a:spcPct val="200000"/>
              </a:lnSpc>
              <a:buFont typeface="Arial" panose="020B0604020202020204" pitchFamily="34" charset="0"/>
              <a:buChar char="•"/>
            </a:pPr>
            <a:r>
              <a:rPr lang="vi-VN" sz="2400" smtClean="0">
                <a:solidFill>
                  <a:srgbClr val="000000"/>
                </a:solidFill>
                <a:ea typeface="Inter"/>
                <a:cs typeface="Arial" panose="020B0604020202020204" pitchFamily="34" charset="0"/>
                <a:sym typeface="Inter"/>
              </a:rPr>
              <a:t>Phục </a:t>
            </a:r>
            <a:r>
              <a:rPr lang="vi-VN" sz="2400">
                <a:solidFill>
                  <a:srgbClr val="000000"/>
                </a:solidFill>
                <a:ea typeface="Inter"/>
                <a:cs typeface="Arial" panose="020B0604020202020204" pitchFamily="34" charset="0"/>
                <a:sym typeface="Inter"/>
              </a:rPr>
              <a:t>vụ học </a:t>
            </a:r>
            <a:r>
              <a:rPr lang="vi-VN" sz="2400" smtClean="0">
                <a:solidFill>
                  <a:srgbClr val="000000"/>
                </a:solidFill>
                <a:ea typeface="Inter"/>
                <a:cs typeface="Arial" panose="020B0604020202020204" pitchFamily="34" charset="0"/>
                <a:sym typeface="Inter"/>
              </a:rPr>
              <a:t>tập</a:t>
            </a:r>
            <a:r>
              <a:rPr lang="en-US" sz="2400" smtClean="0">
                <a:solidFill>
                  <a:srgbClr val="000000"/>
                </a:solidFill>
                <a:ea typeface="Inter"/>
                <a:cs typeface="Arial" panose="020B0604020202020204" pitchFamily="34" charset="0"/>
                <a:sym typeface="Inter"/>
              </a:rPr>
              <a:t> </a:t>
            </a:r>
            <a:r>
              <a:rPr lang="en-US" sz="2400" smtClean="0">
                <a:solidFill>
                  <a:srgbClr val="000000"/>
                </a:solidFill>
                <a:latin typeface="Arial" panose="020B0604020202020204" pitchFamily="34" charset="0"/>
                <a:ea typeface="Inter"/>
                <a:cs typeface="Arial" panose="020B0604020202020204" pitchFamily="34" charset="0"/>
                <a:sym typeface="Inter"/>
              </a:rPr>
              <a:t>và nghiên cứu</a:t>
            </a:r>
            <a:r>
              <a:rPr lang="en-US" sz="2400" smtClean="0">
                <a:solidFill>
                  <a:srgbClr val="000000"/>
                </a:solidFill>
                <a:latin typeface="Arial" panose="020B0604020202020204" pitchFamily="34" charset="0"/>
                <a:ea typeface="Inter"/>
                <a:cs typeface="Arial" panose="020B0604020202020204" pitchFamily="34" charset="0"/>
                <a:sym typeface="Inter"/>
              </a:rPr>
              <a:t>.</a:t>
            </a:r>
          </a:p>
          <a:p>
            <a:pPr marL="342900" indent="-342900" algn="just">
              <a:lnSpc>
                <a:spcPct val="200000"/>
              </a:lnSpc>
              <a:buFont typeface="Arial" panose="020B0604020202020204" pitchFamily="34" charset="0"/>
              <a:buChar char="•"/>
            </a:pPr>
            <a:r>
              <a:rPr lang="en-US" sz="2400" smtClean="0">
                <a:solidFill>
                  <a:srgbClr val="000000"/>
                </a:solidFill>
                <a:latin typeface="Arial" panose="020B0604020202020204" pitchFamily="34" charset="0"/>
                <a:ea typeface="Inter"/>
                <a:cs typeface="Arial" panose="020B0604020202020204" pitchFamily="34" charset="0"/>
                <a:sym typeface="Inter"/>
              </a:rPr>
              <a:t>Hệ thống </a:t>
            </a:r>
            <a:r>
              <a:rPr lang="vi-VN" sz="2400" smtClean="0">
                <a:solidFill>
                  <a:srgbClr val="000000"/>
                </a:solidFill>
                <a:ea typeface="Inter"/>
                <a:cs typeface="Arial" panose="020B0604020202020204" pitchFamily="34" charset="0"/>
                <a:sym typeface="Inter"/>
              </a:rPr>
              <a:t>chưa </a:t>
            </a:r>
            <a:r>
              <a:rPr lang="vi-VN" sz="2400">
                <a:solidFill>
                  <a:srgbClr val="000000"/>
                </a:solidFill>
                <a:ea typeface="Inter"/>
                <a:cs typeface="Arial" panose="020B0604020202020204" pitchFamily="34" charset="0"/>
                <a:sym typeface="Inter"/>
              </a:rPr>
              <a:t>triển khai thực </a:t>
            </a:r>
            <a:r>
              <a:rPr lang="vi-VN" sz="2400" smtClean="0">
                <a:solidFill>
                  <a:srgbClr val="000000"/>
                </a:solidFill>
                <a:ea typeface="Inter"/>
                <a:cs typeface="Arial" panose="020B0604020202020204" pitchFamily="34" charset="0"/>
                <a:sym typeface="Inter"/>
              </a:rPr>
              <a:t>tế</a:t>
            </a:r>
            <a:r>
              <a:rPr lang="en-US" sz="2400" smtClean="0">
                <a:solidFill>
                  <a:srgbClr val="000000"/>
                </a:solidFill>
                <a:ea typeface="Inter"/>
                <a:cs typeface="Arial" panose="020B0604020202020204" pitchFamily="34" charset="0"/>
                <a:sym typeface="Inter"/>
              </a:rPr>
              <a:t> </a:t>
            </a:r>
            <a:r>
              <a:rPr lang="vi-VN" sz="2400">
                <a:solidFill>
                  <a:srgbClr val="000000"/>
                </a:solidFill>
                <a:ea typeface="Inter"/>
                <a:cs typeface="Arial" panose="020B0604020202020204" pitchFamily="34" charset="0"/>
                <a:sym typeface="Inter"/>
              </a:rPr>
              <a:t>trong nhà trường</a:t>
            </a:r>
            <a:r>
              <a:rPr lang="vi-VN" sz="2400" smtClean="0">
                <a:solidFill>
                  <a:srgbClr val="000000"/>
                </a:solidFill>
                <a:ea typeface="Inter"/>
                <a:cs typeface="Arial" panose="020B0604020202020204" pitchFamily="34" charset="0"/>
                <a:sym typeface="Inter"/>
              </a:rPr>
              <a:t>.</a:t>
            </a:r>
            <a:endParaRPr lang="en-US" sz="2400">
              <a:solidFill>
                <a:srgbClr val="000000"/>
              </a:solidFill>
              <a:ea typeface="Inter"/>
              <a:cs typeface="Arial" panose="020B0604020202020204" pitchFamily="34" charset="0"/>
              <a:sym typeface="Inter"/>
            </a:endParaRPr>
          </a:p>
        </p:txBody>
      </p:sp>
    </p:spTree>
    <p:extLst>
      <p:ext uri="{BB962C8B-B14F-4D97-AF65-F5344CB8AC3E}">
        <p14:creationId xmlns:p14="http://schemas.microsoft.com/office/powerpoint/2010/main" val="114768553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sp>
        <p:nvSpPr>
          <p:cNvPr id="10" name="Freeform 10"/>
          <p:cNvSpPr/>
          <p:nvPr/>
        </p:nvSpPr>
        <p:spPr>
          <a:xfrm>
            <a:off x="-983650" y="85113"/>
            <a:ext cx="1447800" cy="1506174"/>
          </a:xfrm>
          <a:custGeom>
            <a:avLst/>
            <a:gdLst/>
            <a:ahLst/>
            <a:cxnLst/>
            <a:rect l="l" t="t" r="r" b="b"/>
            <a:pathLst>
              <a:path w="4062430" h="4114800">
                <a:moveTo>
                  <a:pt x="0" y="0"/>
                </a:moveTo>
                <a:lnTo>
                  <a:pt x="4062430" y="0"/>
                </a:lnTo>
                <a:lnTo>
                  <a:pt x="4062430" y="4114800"/>
                </a:lnTo>
                <a:lnTo>
                  <a:pt x="0" y="4114800"/>
                </a:lnTo>
                <a:lnTo>
                  <a:pt x="0" y="0"/>
                </a:lnTo>
                <a:close/>
              </a:path>
            </a:pathLst>
          </a:custGeom>
          <a:blipFill>
            <a:blip r:embed="rId3">
              <a:extLst>
                <a:ext uri="{96DAC541-7B7A-43D3-8B79-37D633B846F1}">
                  <asvg:svgBlip xmlns:asvg="http://schemas.microsoft.com/office/drawing/2016/SVG/main" xmlns="" r:embed="rId4"/>
                </a:ext>
              </a:extLst>
            </a:blip>
            <a:stretch>
              <a:fillRect/>
            </a:stretch>
          </a:blipFill>
        </p:spPr>
      </p:sp>
      <p:sp>
        <p:nvSpPr>
          <p:cNvPr id="11" name="Freeform 11"/>
          <p:cNvSpPr/>
          <p:nvPr/>
        </p:nvSpPr>
        <p:spPr>
          <a:xfrm>
            <a:off x="-414355" y="6400800"/>
            <a:ext cx="1481155" cy="1295400"/>
          </a:xfrm>
          <a:custGeom>
            <a:avLst/>
            <a:gdLst/>
            <a:ahLst/>
            <a:cxnLst/>
            <a:rect l="l" t="t" r="r" b="b"/>
            <a:pathLst>
              <a:path w="4581255" h="4114800">
                <a:moveTo>
                  <a:pt x="0" y="0"/>
                </a:moveTo>
                <a:lnTo>
                  <a:pt x="4581255" y="0"/>
                </a:lnTo>
                <a:lnTo>
                  <a:pt x="4581255" y="4114800"/>
                </a:lnTo>
                <a:lnTo>
                  <a:pt x="0" y="4114800"/>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14" name="Freeform 14"/>
          <p:cNvSpPr/>
          <p:nvPr/>
        </p:nvSpPr>
        <p:spPr>
          <a:xfrm flipH="1" flipV="1">
            <a:off x="7280247" y="724157"/>
            <a:ext cx="3612007" cy="2024564"/>
          </a:xfrm>
          <a:custGeom>
            <a:avLst/>
            <a:gdLst/>
            <a:ahLst/>
            <a:cxnLst/>
            <a:rect l="l" t="t" r="r" b="b"/>
            <a:pathLst>
              <a:path w="7147278" h="3993541">
                <a:moveTo>
                  <a:pt x="7147278" y="3993542"/>
                </a:moveTo>
                <a:lnTo>
                  <a:pt x="0" y="3993542"/>
                </a:lnTo>
                <a:lnTo>
                  <a:pt x="0" y="0"/>
                </a:lnTo>
                <a:lnTo>
                  <a:pt x="7147278" y="0"/>
                </a:lnTo>
                <a:lnTo>
                  <a:pt x="7147278" y="3993542"/>
                </a:lnTo>
                <a:close/>
              </a:path>
            </a:pathLst>
          </a:custGeom>
          <a:blipFill>
            <a:blip r:embed="rId7"/>
            <a:stretch>
              <a:fillRect/>
            </a:stretch>
          </a:blipFill>
        </p:spPr>
      </p:sp>
      <p:sp>
        <p:nvSpPr>
          <p:cNvPr id="18" name="TextBox 4"/>
          <p:cNvSpPr txBox="1"/>
          <p:nvPr/>
        </p:nvSpPr>
        <p:spPr>
          <a:xfrm>
            <a:off x="7270829" y="6324600"/>
            <a:ext cx="1393249" cy="340221"/>
          </a:xfrm>
          <a:prstGeom prst="rect">
            <a:avLst/>
          </a:prstGeom>
        </p:spPr>
        <p:txBody>
          <a:bodyPr lIns="0" tIns="0" rIns="0" bIns="0" rtlCol="0" anchor="t">
            <a:spAutoFit/>
          </a:bodyPr>
          <a:lstStyle/>
          <a:p>
            <a:pPr algn="r">
              <a:lnSpc>
                <a:spcPts val="2940"/>
              </a:lnSpc>
              <a:spcBef>
                <a:spcPct val="0"/>
              </a:spcBef>
            </a:pPr>
            <a:r>
              <a:rPr lang="en-US" sz="2100" b="1">
                <a:solidFill>
                  <a:srgbClr val="000000"/>
                </a:solidFill>
                <a:latin typeface="Arial" panose="020B0604020202020204" pitchFamily="34" charset="0"/>
                <a:ea typeface="Inter Medium"/>
                <a:cs typeface="Arial" panose="020B0604020202020204" pitchFamily="34" charset="0"/>
                <a:sym typeface="Inter Medium"/>
              </a:rPr>
              <a:t>PAGE </a:t>
            </a:r>
            <a:r>
              <a:rPr lang="en-US" sz="2100" b="1" smtClean="0">
                <a:solidFill>
                  <a:srgbClr val="000000"/>
                </a:solidFill>
                <a:latin typeface="Arial" panose="020B0604020202020204" pitchFamily="34" charset="0"/>
                <a:ea typeface="Inter Medium"/>
                <a:cs typeface="Arial" panose="020B0604020202020204" pitchFamily="34" charset="0"/>
                <a:sym typeface="Inter Medium"/>
              </a:rPr>
              <a:t>06</a:t>
            </a:r>
            <a:endParaRPr lang="en-US" sz="2100" b="1">
              <a:solidFill>
                <a:srgbClr val="000000"/>
              </a:solidFill>
              <a:latin typeface="Arial" panose="020B0604020202020204" pitchFamily="34" charset="0"/>
              <a:ea typeface="Inter Medium"/>
              <a:cs typeface="Arial" panose="020B0604020202020204" pitchFamily="34" charset="0"/>
              <a:sym typeface="Inter Medium"/>
            </a:endParaRPr>
          </a:p>
        </p:txBody>
      </p:sp>
      <p:sp>
        <p:nvSpPr>
          <p:cNvPr id="8" name="Title 1"/>
          <p:cNvSpPr txBox="1">
            <a:spLocks/>
          </p:cNvSpPr>
          <p:nvPr/>
        </p:nvSpPr>
        <p:spPr>
          <a:xfrm>
            <a:off x="152400" y="369021"/>
            <a:ext cx="8271130" cy="771237"/>
          </a:xfrm>
          <a:prstGeom prst="rect">
            <a:avLst/>
          </a:prstGeom>
        </p:spPr>
        <p:txBody>
          <a:bodyPr>
            <a:noAutofit/>
          </a:bodyPr>
          <a:lstStyle>
            <a:lvl1pPr algn="ctr" defTabSz="457200" rtl="0" eaLnBrk="1" latinLnBrk="0" hangingPunct="1">
              <a:spcBef>
                <a:spcPct val="0"/>
              </a:spcBef>
              <a:buNone/>
              <a:defRPr sz="2200" kern="1200">
                <a:solidFill>
                  <a:schemeClr val="tx1"/>
                </a:solidFill>
                <a:latin typeface="+mj-lt"/>
                <a:ea typeface="+mj-ea"/>
                <a:cs typeface="+mj-cs"/>
              </a:defRPr>
            </a:lvl1pPr>
          </a:lstStyle>
          <a:p>
            <a:r>
              <a:rPr lang="en-US" sz="3200" b="1" smtClean="0">
                <a:latin typeface="Arial" panose="020B0604020202020204" pitchFamily="34" charset="0"/>
                <a:cs typeface="Arial" panose="020B0604020202020204" pitchFamily="34" charset="0"/>
              </a:rPr>
              <a:t>NỘI DUNG THỰC HIỆN</a:t>
            </a:r>
            <a:endParaRPr lang="en-US" sz="3200" b="1" dirty="0">
              <a:latin typeface="Arial" panose="020B0604020202020204" pitchFamily="34" charset="0"/>
              <a:cs typeface="Arial" panose="020B0604020202020204" pitchFamily="34" charset="0"/>
            </a:endParaRPr>
          </a:p>
        </p:txBody>
      </p:sp>
      <p:sp>
        <p:nvSpPr>
          <p:cNvPr id="12" name="Rectangle 11"/>
          <p:cNvSpPr/>
          <p:nvPr/>
        </p:nvSpPr>
        <p:spPr>
          <a:xfrm>
            <a:off x="326222" y="985058"/>
            <a:ext cx="8603650" cy="658835"/>
          </a:xfrm>
          <a:prstGeom prst="rect">
            <a:avLst/>
          </a:prstGeom>
        </p:spPr>
        <p:txBody>
          <a:bodyPr wrap="square">
            <a:spAutoFit/>
          </a:bodyPr>
          <a:lstStyle/>
          <a:p>
            <a:pPr algn="just">
              <a:lnSpc>
                <a:spcPct val="150000"/>
              </a:lnSpc>
            </a:pPr>
            <a:r>
              <a:rPr lang="en-US" sz="2800" b="1">
                <a:solidFill>
                  <a:srgbClr val="000000"/>
                </a:solidFill>
                <a:latin typeface="Arial" panose="020B0604020202020204" pitchFamily="34" charset="0"/>
                <a:ea typeface="Inter Bold"/>
                <a:cs typeface="Arial" panose="020B0604020202020204" pitchFamily="34" charset="0"/>
                <a:sym typeface="Inter Bold"/>
              </a:rPr>
              <a:t>Chức năng hệ </a:t>
            </a:r>
            <a:r>
              <a:rPr lang="en-US" sz="2800" b="1" smtClean="0">
                <a:solidFill>
                  <a:srgbClr val="000000"/>
                </a:solidFill>
                <a:latin typeface="Arial" panose="020B0604020202020204" pitchFamily="34" charset="0"/>
                <a:ea typeface="Inter Bold"/>
                <a:cs typeface="Arial" panose="020B0604020202020204" pitchFamily="34" charset="0"/>
                <a:sym typeface="Inter Bold"/>
              </a:rPr>
              <a:t>thống</a:t>
            </a:r>
            <a:endParaRPr lang="en-US" sz="2800" b="1">
              <a:solidFill>
                <a:srgbClr val="000000"/>
              </a:solidFill>
              <a:latin typeface="Arial" panose="020B0604020202020204" pitchFamily="34" charset="0"/>
              <a:ea typeface="Inter Bold"/>
              <a:cs typeface="Arial" panose="020B0604020202020204" pitchFamily="34" charset="0"/>
              <a:sym typeface="Inter Bold"/>
            </a:endParaRPr>
          </a:p>
        </p:txBody>
      </p:sp>
      <p:graphicFrame>
        <p:nvGraphicFramePr>
          <p:cNvPr id="2" name="Table 1"/>
          <p:cNvGraphicFramePr>
            <a:graphicFrameLocks noGrp="1"/>
          </p:cNvGraphicFramePr>
          <p:nvPr>
            <p:extLst>
              <p:ext uri="{D42A27DB-BD31-4B8C-83A1-F6EECF244321}">
                <p14:modId xmlns:p14="http://schemas.microsoft.com/office/powerpoint/2010/main" val="1344569119"/>
              </p:ext>
            </p:extLst>
          </p:nvPr>
        </p:nvGraphicFramePr>
        <p:xfrm>
          <a:off x="375419" y="1946423"/>
          <a:ext cx="8288659" cy="3937218"/>
        </p:xfrm>
        <a:graphic>
          <a:graphicData uri="http://schemas.openxmlformats.org/drawingml/2006/table">
            <a:tbl>
              <a:tblPr firstRow="1" bandRow="1">
                <a:tableStyleId>{22838BEF-8BB2-4498-84A7-C5851F593DF1}</a:tableStyleId>
              </a:tblPr>
              <a:tblGrid>
                <a:gridCol w="838200"/>
                <a:gridCol w="3352800"/>
                <a:gridCol w="4097659"/>
              </a:tblGrid>
              <a:tr h="754630">
                <a:tc>
                  <a:txBody>
                    <a:bodyPr/>
                    <a:lstStyle/>
                    <a:p>
                      <a:pPr>
                        <a:lnSpc>
                          <a:spcPct val="150000"/>
                        </a:lnSpc>
                      </a:pPr>
                      <a:r>
                        <a:rPr lang="en-US" sz="2200" b="0" smtClean="0">
                          <a:latin typeface="Arial" panose="020B0604020202020204" pitchFamily="34" charset="0"/>
                          <a:cs typeface="Arial" panose="020B0604020202020204" pitchFamily="34" charset="0"/>
                        </a:rPr>
                        <a:t>STT</a:t>
                      </a:r>
                      <a:endParaRPr lang="en-US" sz="2200" b="0">
                        <a:latin typeface="Arial" panose="020B0604020202020204" pitchFamily="34" charset="0"/>
                        <a:cs typeface="Arial" panose="020B0604020202020204" pitchFamily="34" charset="0"/>
                      </a:endParaRPr>
                    </a:p>
                  </a:txBody>
                  <a:tcPr/>
                </a:tc>
                <a:tc>
                  <a:txBody>
                    <a:bodyPr/>
                    <a:lstStyle/>
                    <a:p>
                      <a:pPr>
                        <a:lnSpc>
                          <a:spcPct val="150000"/>
                        </a:lnSpc>
                      </a:pPr>
                      <a:r>
                        <a:rPr lang="en-US" sz="2200" b="0" smtClean="0">
                          <a:latin typeface="Arial" panose="020B0604020202020204" pitchFamily="34" charset="0"/>
                          <a:cs typeface="Arial" panose="020B0604020202020204" pitchFamily="34" charset="0"/>
                        </a:rPr>
                        <a:t>CHỨC</a:t>
                      </a:r>
                      <a:r>
                        <a:rPr lang="en-US" sz="2200" b="0" baseline="0" smtClean="0">
                          <a:latin typeface="Arial" panose="020B0604020202020204" pitchFamily="34" charset="0"/>
                          <a:cs typeface="Arial" panose="020B0604020202020204" pitchFamily="34" charset="0"/>
                        </a:rPr>
                        <a:t> NĂNG</a:t>
                      </a:r>
                      <a:endParaRPr lang="en-US" sz="2200" b="0">
                        <a:latin typeface="Arial" panose="020B0604020202020204" pitchFamily="34" charset="0"/>
                        <a:cs typeface="Arial" panose="020B0604020202020204" pitchFamily="34" charset="0"/>
                      </a:endParaRPr>
                    </a:p>
                  </a:txBody>
                  <a:tcPr/>
                </a:tc>
                <a:tc>
                  <a:txBody>
                    <a:bodyPr/>
                    <a:lstStyle/>
                    <a:p>
                      <a:pPr>
                        <a:lnSpc>
                          <a:spcPct val="150000"/>
                        </a:lnSpc>
                      </a:pPr>
                      <a:r>
                        <a:rPr lang="en-US" sz="2200" b="0" smtClean="0">
                          <a:latin typeface="Arial" panose="020B0604020202020204" pitchFamily="34" charset="0"/>
                          <a:cs typeface="Arial" panose="020B0604020202020204" pitchFamily="34" charset="0"/>
                        </a:rPr>
                        <a:t>MÔ</a:t>
                      </a:r>
                      <a:r>
                        <a:rPr lang="en-US" sz="2200" b="0" baseline="0" smtClean="0">
                          <a:latin typeface="Arial" panose="020B0604020202020204" pitchFamily="34" charset="0"/>
                          <a:cs typeface="Arial" panose="020B0604020202020204" pitchFamily="34" charset="0"/>
                        </a:rPr>
                        <a:t> TẢ</a:t>
                      </a:r>
                      <a:endParaRPr lang="en-US" sz="2200" b="0">
                        <a:latin typeface="Arial" panose="020B0604020202020204" pitchFamily="34" charset="0"/>
                        <a:cs typeface="Arial" panose="020B0604020202020204" pitchFamily="34" charset="0"/>
                      </a:endParaRPr>
                    </a:p>
                  </a:txBody>
                  <a:tcPr/>
                </a:tc>
              </a:tr>
              <a:tr h="836664">
                <a:tc>
                  <a:txBody>
                    <a:bodyPr/>
                    <a:lstStyle/>
                    <a:p>
                      <a:pPr>
                        <a:lnSpc>
                          <a:spcPct val="150000"/>
                        </a:lnSpc>
                      </a:pPr>
                      <a:r>
                        <a:rPr lang="en-US" sz="2200" b="0" smtClean="0">
                          <a:latin typeface="Arial" panose="020B0604020202020204" pitchFamily="34" charset="0"/>
                          <a:cs typeface="Arial" panose="020B0604020202020204" pitchFamily="34" charset="0"/>
                        </a:rPr>
                        <a:t>1</a:t>
                      </a:r>
                      <a:endParaRPr lang="en-US" sz="2200" b="0">
                        <a:latin typeface="Arial" panose="020B0604020202020204" pitchFamily="34" charset="0"/>
                        <a:cs typeface="Arial" panose="020B0604020202020204" pitchFamily="34" charset="0"/>
                      </a:endParaRPr>
                    </a:p>
                  </a:txBody>
                  <a:tcPr/>
                </a:tc>
                <a:tc>
                  <a:txBody>
                    <a:bodyPr/>
                    <a:lstStyle/>
                    <a:p>
                      <a:pPr>
                        <a:lnSpc>
                          <a:spcPct val="150000"/>
                        </a:lnSpc>
                      </a:pPr>
                      <a:r>
                        <a:rPr lang="en-US" sz="2200" b="0" smtClean="0">
                          <a:latin typeface="Arial" panose="020B0604020202020204" pitchFamily="34" charset="0"/>
                          <a:cs typeface="Arial" panose="020B0604020202020204" pitchFamily="34" charset="0"/>
                        </a:rPr>
                        <a:t>Quản lý</a:t>
                      </a:r>
                      <a:r>
                        <a:rPr lang="en-US" sz="2200" b="0" baseline="0" smtClean="0">
                          <a:latin typeface="Arial" panose="020B0604020202020204" pitchFamily="34" charset="0"/>
                          <a:cs typeface="Arial" panose="020B0604020202020204" pitchFamily="34" charset="0"/>
                        </a:rPr>
                        <a:t> người dùng</a:t>
                      </a:r>
                      <a:endParaRPr lang="en-US" sz="2200" b="0">
                        <a:latin typeface="Arial" panose="020B0604020202020204" pitchFamily="34" charset="0"/>
                        <a:cs typeface="Arial" panose="020B0604020202020204" pitchFamily="34" charset="0"/>
                      </a:endParaRPr>
                    </a:p>
                  </a:txBody>
                  <a:tcPr/>
                </a:tc>
                <a:tc>
                  <a:txBody>
                    <a:bodyPr/>
                    <a:lstStyle/>
                    <a:p>
                      <a:pPr>
                        <a:lnSpc>
                          <a:spcPct val="150000"/>
                        </a:lnSpc>
                      </a:pPr>
                      <a:r>
                        <a:rPr lang="en-US" sz="2200" b="0" smtClean="0">
                          <a:latin typeface="Arial" panose="020B0604020202020204" pitchFamily="34" charset="0"/>
                          <a:cs typeface="Arial" panose="020B0604020202020204" pitchFamily="34" charset="0"/>
                        </a:rPr>
                        <a:t>Đăng</a:t>
                      </a:r>
                      <a:r>
                        <a:rPr lang="en-US" sz="2200" b="0" baseline="0" smtClean="0">
                          <a:latin typeface="Arial" panose="020B0604020202020204" pitchFamily="34" charset="0"/>
                          <a:cs typeface="Arial" panose="020B0604020202020204" pitchFamily="34" charset="0"/>
                        </a:rPr>
                        <a:t> nhập, phân quyền</a:t>
                      </a:r>
                      <a:endParaRPr lang="en-US" sz="2200" b="0">
                        <a:latin typeface="Arial" panose="020B0604020202020204" pitchFamily="34" charset="0"/>
                        <a:cs typeface="Arial" panose="020B0604020202020204" pitchFamily="34" charset="0"/>
                      </a:endParaRPr>
                    </a:p>
                  </a:txBody>
                  <a:tcPr/>
                </a:tc>
              </a:tr>
              <a:tr h="836664">
                <a:tc>
                  <a:txBody>
                    <a:bodyPr/>
                    <a:lstStyle/>
                    <a:p>
                      <a:pPr>
                        <a:lnSpc>
                          <a:spcPct val="150000"/>
                        </a:lnSpc>
                      </a:pPr>
                      <a:r>
                        <a:rPr lang="en-US" sz="2200" b="0" smtClean="0">
                          <a:latin typeface="Arial" panose="020B0604020202020204" pitchFamily="34" charset="0"/>
                          <a:cs typeface="Arial" panose="020B0604020202020204" pitchFamily="34" charset="0"/>
                        </a:rPr>
                        <a:t>2</a:t>
                      </a:r>
                      <a:endParaRPr lang="en-US" sz="2200" b="0">
                        <a:latin typeface="Arial" panose="020B0604020202020204" pitchFamily="34" charset="0"/>
                        <a:cs typeface="Arial" panose="020B0604020202020204" pitchFamily="34" charset="0"/>
                      </a:endParaRPr>
                    </a:p>
                  </a:txBody>
                  <a:tcPr/>
                </a:tc>
                <a:tc>
                  <a:txBody>
                    <a:bodyPr/>
                    <a:lstStyle/>
                    <a:p>
                      <a:pPr>
                        <a:lnSpc>
                          <a:spcPct val="150000"/>
                        </a:lnSpc>
                      </a:pPr>
                      <a:r>
                        <a:rPr lang="en-US" sz="2200" b="0" smtClean="0">
                          <a:latin typeface="Arial" panose="020B0604020202020204" pitchFamily="34" charset="0"/>
                          <a:cs typeface="Arial" panose="020B0604020202020204" pitchFamily="34" charset="0"/>
                        </a:rPr>
                        <a:t>Quản lý</a:t>
                      </a:r>
                      <a:r>
                        <a:rPr lang="en-US" sz="2200" b="0" baseline="0" smtClean="0">
                          <a:latin typeface="Arial" panose="020B0604020202020204" pitchFamily="34" charset="0"/>
                          <a:cs typeface="Arial" panose="020B0604020202020204" pitchFamily="34" charset="0"/>
                        </a:rPr>
                        <a:t> sách</a:t>
                      </a:r>
                      <a:endParaRPr lang="en-US" sz="2200" b="0">
                        <a:latin typeface="Arial" panose="020B0604020202020204" pitchFamily="34" charset="0"/>
                        <a:cs typeface="Arial" panose="020B0604020202020204" pitchFamily="34" charset="0"/>
                      </a:endParaRPr>
                    </a:p>
                  </a:txBody>
                  <a:tcPr/>
                </a:tc>
                <a:tc>
                  <a:txBody>
                    <a:bodyPr/>
                    <a:lstStyle/>
                    <a:p>
                      <a:pPr>
                        <a:lnSpc>
                          <a:spcPct val="150000"/>
                        </a:lnSpc>
                      </a:pPr>
                      <a:r>
                        <a:rPr lang="en-US" sz="2200" b="0" smtClean="0">
                          <a:latin typeface="Arial" panose="020B0604020202020204" pitchFamily="34" charset="0"/>
                          <a:cs typeface="Arial" panose="020B0604020202020204" pitchFamily="34" charset="0"/>
                        </a:rPr>
                        <a:t>Thêm,</a:t>
                      </a:r>
                      <a:r>
                        <a:rPr lang="en-US" sz="2200" b="0" baseline="0" smtClean="0">
                          <a:latin typeface="Arial" panose="020B0604020202020204" pitchFamily="34" charset="0"/>
                          <a:cs typeface="Arial" panose="020B0604020202020204" pitchFamily="34" charset="0"/>
                        </a:rPr>
                        <a:t> sửa, xóa và tìm kiếm</a:t>
                      </a:r>
                      <a:endParaRPr lang="en-US" sz="2200" b="0">
                        <a:latin typeface="Arial" panose="020B0604020202020204" pitchFamily="34" charset="0"/>
                        <a:cs typeface="Arial" panose="020B0604020202020204" pitchFamily="34" charset="0"/>
                      </a:endParaRPr>
                    </a:p>
                  </a:txBody>
                  <a:tcPr/>
                </a:tc>
              </a:tr>
              <a:tr h="754630">
                <a:tc>
                  <a:txBody>
                    <a:bodyPr/>
                    <a:lstStyle/>
                    <a:p>
                      <a:pPr>
                        <a:lnSpc>
                          <a:spcPct val="150000"/>
                        </a:lnSpc>
                      </a:pPr>
                      <a:r>
                        <a:rPr lang="en-US" sz="2200" b="0" smtClean="0">
                          <a:latin typeface="Arial" panose="020B0604020202020204" pitchFamily="34" charset="0"/>
                          <a:cs typeface="Arial" panose="020B0604020202020204" pitchFamily="34" charset="0"/>
                        </a:rPr>
                        <a:t>3</a:t>
                      </a:r>
                      <a:endParaRPr lang="en-US" sz="2200" b="0">
                        <a:latin typeface="Arial" panose="020B0604020202020204" pitchFamily="34" charset="0"/>
                        <a:cs typeface="Arial" panose="020B0604020202020204" pitchFamily="34" charset="0"/>
                      </a:endParaRPr>
                    </a:p>
                  </a:txBody>
                  <a:tcPr/>
                </a:tc>
                <a:tc>
                  <a:txBody>
                    <a:bodyPr/>
                    <a:lstStyle/>
                    <a:p>
                      <a:pPr>
                        <a:lnSpc>
                          <a:spcPct val="150000"/>
                        </a:lnSpc>
                      </a:pPr>
                      <a:r>
                        <a:rPr lang="en-US" sz="2200" b="0" smtClean="0">
                          <a:latin typeface="Arial" panose="020B0604020202020204" pitchFamily="34" charset="0"/>
                          <a:cs typeface="Arial" panose="020B0604020202020204" pitchFamily="34" charset="0"/>
                        </a:rPr>
                        <a:t>Quản lý</a:t>
                      </a:r>
                      <a:r>
                        <a:rPr lang="en-US" sz="2200" b="0" baseline="0" smtClean="0">
                          <a:latin typeface="Arial" panose="020B0604020202020204" pitchFamily="34" charset="0"/>
                          <a:cs typeface="Arial" panose="020B0604020202020204" pitchFamily="34" charset="0"/>
                        </a:rPr>
                        <a:t> mượn – trả</a:t>
                      </a:r>
                      <a:endParaRPr lang="en-US" sz="2200" b="0">
                        <a:latin typeface="Arial" panose="020B0604020202020204" pitchFamily="34" charset="0"/>
                        <a:cs typeface="Arial" panose="020B0604020202020204" pitchFamily="34" charset="0"/>
                      </a:endParaRPr>
                    </a:p>
                  </a:txBody>
                  <a:tcPr/>
                </a:tc>
                <a:tc>
                  <a:txBody>
                    <a:bodyPr/>
                    <a:lstStyle/>
                    <a:p>
                      <a:pPr>
                        <a:lnSpc>
                          <a:spcPct val="150000"/>
                        </a:lnSpc>
                      </a:pPr>
                      <a:r>
                        <a:rPr lang="en-US" sz="2200" b="0" smtClean="0">
                          <a:latin typeface="Arial" panose="020B0604020202020204" pitchFamily="34" charset="0"/>
                          <a:cs typeface="Arial" panose="020B0604020202020204" pitchFamily="34" charset="0"/>
                        </a:rPr>
                        <a:t>Theo dõi</a:t>
                      </a:r>
                      <a:r>
                        <a:rPr lang="en-US" sz="2200" b="0" baseline="0" smtClean="0">
                          <a:latin typeface="Arial" panose="020B0604020202020204" pitchFamily="34" charset="0"/>
                          <a:cs typeface="Arial" panose="020B0604020202020204" pitchFamily="34" charset="0"/>
                        </a:rPr>
                        <a:t> mượn – trả sách</a:t>
                      </a:r>
                      <a:endParaRPr lang="en-US" sz="2200" b="0">
                        <a:latin typeface="Arial" panose="020B0604020202020204" pitchFamily="34" charset="0"/>
                        <a:cs typeface="Arial" panose="020B0604020202020204" pitchFamily="34" charset="0"/>
                      </a:endParaRPr>
                    </a:p>
                  </a:txBody>
                  <a:tcPr/>
                </a:tc>
              </a:tr>
              <a:tr h="754630">
                <a:tc>
                  <a:txBody>
                    <a:bodyPr/>
                    <a:lstStyle/>
                    <a:p>
                      <a:pPr>
                        <a:lnSpc>
                          <a:spcPct val="150000"/>
                        </a:lnSpc>
                      </a:pPr>
                      <a:r>
                        <a:rPr lang="en-US" sz="2200" b="0" smtClean="0">
                          <a:latin typeface="Arial" panose="020B0604020202020204" pitchFamily="34" charset="0"/>
                          <a:cs typeface="Arial" panose="020B0604020202020204" pitchFamily="34" charset="0"/>
                        </a:rPr>
                        <a:t>4</a:t>
                      </a:r>
                      <a:endParaRPr lang="en-US" sz="2200" b="0">
                        <a:latin typeface="Arial" panose="020B0604020202020204" pitchFamily="34" charset="0"/>
                        <a:cs typeface="Arial" panose="020B0604020202020204" pitchFamily="34" charset="0"/>
                      </a:endParaRPr>
                    </a:p>
                  </a:txBody>
                  <a:tcPr/>
                </a:tc>
                <a:tc>
                  <a:txBody>
                    <a:bodyPr/>
                    <a:lstStyle/>
                    <a:p>
                      <a:pPr>
                        <a:lnSpc>
                          <a:spcPct val="150000"/>
                        </a:lnSpc>
                      </a:pPr>
                      <a:r>
                        <a:rPr lang="en-US" sz="2200" b="0" smtClean="0">
                          <a:latin typeface="Arial" panose="020B0604020202020204" pitchFamily="34" charset="0"/>
                          <a:cs typeface="Arial" panose="020B0604020202020204" pitchFamily="34" charset="0"/>
                        </a:rPr>
                        <a:t>Thống</a:t>
                      </a:r>
                      <a:r>
                        <a:rPr lang="en-US" sz="2200" b="0" baseline="0" smtClean="0">
                          <a:latin typeface="Arial" panose="020B0604020202020204" pitchFamily="34" charset="0"/>
                          <a:cs typeface="Arial" panose="020B0604020202020204" pitchFamily="34" charset="0"/>
                        </a:rPr>
                        <a:t> kê</a:t>
                      </a:r>
                      <a:endParaRPr lang="en-US" sz="2200" b="0">
                        <a:latin typeface="Arial" panose="020B0604020202020204" pitchFamily="34" charset="0"/>
                        <a:cs typeface="Arial" panose="020B0604020202020204" pitchFamily="34" charset="0"/>
                      </a:endParaRPr>
                    </a:p>
                  </a:txBody>
                  <a:tcPr/>
                </a:tc>
                <a:tc>
                  <a:txBody>
                    <a:bodyPr/>
                    <a:lstStyle/>
                    <a:p>
                      <a:pPr>
                        <a:lnSpc>
                          <a:spcPct val="150000"/>
                        </a:lnSpc>
                      </a:pPr>
                      <a:r>
                        <a:rPr lang="en-US" sz="2200" b="0" smtClean="0">
                          <a:latin typeface="Arial" panose="020B0604020202020204" pitchFamily="34" charset="0"/>
                          <a:cs typeface="Arial" panose="020B0604020202020204" pitchFamily="34" charset="0"/>
                        </a:rPr>
                        <a:t>Thống</a:t>
                      </a:r>
                      <a:r>
                        <a:rPr lang="en-US" sz="2200" b="0" baseline="0" smtClean="0">
                          <a:latin typeface="Arial" panose="020B0604020202020204" pitchFamily="34" charset="0"/>
                          <a:cs typeface="Arial" panose="020B0604020202020204" pitchFamily="34" charset="0"/>
                        </a:rPr>
                        <a:t> kê cơ bản</a:t>
                      </a:r>
                      <a:endParaRPr lang="en-US" sz="2200" b="0">
                        <a:latin typeface="Arial" panose="020B0604020202020204" pitchFamily="34" charset="0"/>
                        <a:cs typeface="Arial" panose="020B0604020202020204" pitchFamily="34" charset="0"/>
                      </a:endParaRPr>
                    </a:p>
                  </a:txBody>
                  <a:tcPr/>
                </a:tc>
              </a:tr>
            </a:tbl>
          </a:graphicData>
        </a:graphic>
      </p:graphicFrame>
    </p:spTree>
    <p:extLst>
      <p:ext uri="{BB962C8B-B14F-4D97-AF65-F5344CB8AC3E}">
        <p14:creationId xmlns:p14="http://schemas.microsoft.com/office/powerpoint/2010/main" val="241605355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sp>
        <p:nvSpPr>
          <p:cNvPr id="10" name="Freeform 10"/>
          <p:cNvSpPr/>
          <p:nvPr/>
        </p:nvSpPr>
        <p:spPr>
          <a:xfrm>
            <a:off x="-983650" y="85113"/>
            <a:ext cx="1447800" cy="1506174"/>
          </a:xfrm>
          <a:custGeom>
            <a:avLst/>
            <a:gdLst/>
            <a:ahLst/>
            <a:cxnLst/>
            <a:rect l="l" t="t" r="r" b="b"/>
            <a:pathLst>
              <a:path w="4062430" h="4114800">
                <a:moveTo>
                  <a:pt x="0" y="0"/>
                </a:moveTo>
                <a:lnTo>
                  <a:pt x="4062430" y="0"/>
                </a:lnTo>
                <a:lnTo>
                  <a:pt x="4062430" y="4114800"/>
                </a:lnTo>
                <a:lnTo>
                  <a:pt x="0" y="4114800"/>
                </a:lnTo>
                <a:lnTo>
                  <a:pt x="0" y="0"/>
                </a:lnTo>
                <a:close/>
              </a:path>
            </a:pathLst>
          </a:custGeom>
          <a:blipFill>
            <a:blip r:embed="rId3">
              <a:extLst>
                <a:ext uri="{96DAC541-7B7A-43D3-8B79-37D633B846F1}">
                  <asvg:svgBlip xmlns:asvg="http://schemas.microsoft.com/office/drawing/2016/SVG/main" xmlns="" r:embed="rId4"/>
                </a:ext>
              </a:extLst>
            </a:blip>
            <a:stretch>
              <a:fillRect/>
            </a:stretch>
          </a:blipFill>
        </p:spPr>
      </p:sp>
      <p:sp>
        <p:nvSpPr>
          <p:cNvPr id="11" name="Freeform 11"/>
          <p:cNvSpPr/>
          <p:nvPr/>
        </p:nvSpPr>
        <p:spPr>
          <a:xfrm>
            <a:off x="-414355" y="6400800"/>
            <a:ext cx="1481155" cy="1295400"/>
          </a:xfrm>
          <a:custGeom>
            <a:avLst/>
            <a:gdLst/>
            <a:ahLst/>
            <a:cxnLst/>
            <a:rect l="l" t="t" r="r" b="b"/>
            <a:pathLst>
              <a:path w="4581255" h="4114800">
                <a:moveTo>
                  <a:pt x="0" y="0"/>
                </a:moveTo>
                <a:lnTo>
                  <a:pt x="4581255" y="0"/>
                </a:lnTo>
                <a:lnTo>
                  <a:pt x="4581255" y="4114800"/>
                </a:lnTo>
                <a:lnTo>
                  <a:pt x="0" y="4114800"/>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14" name="Freeform 14"/>
          <p:cNvSpPr/>
          <p:nvPr/>
        </p:nvSpPr>
        <p:spPr>
          <a:xfrm flipH="1" flipV="1">
            <a:off x="7280247" y="724157"/>
            <a:ext cx="3612007" cy="2024564"/>
          </a:xfrm>
          <a:custGeom>
            <a:avLst/>
            <a:gdLst/>
            <a:ahLst/>
            <a:cxnLst/>
            <a:rect l="l" t="t" r="r" b="b"/>
            <a:pathLst>
              <a:path w="7147278" h="3993541">
                <a:moveTo>
                  <a:pt x="7147278" y="3993542"/>
                </a:moveTo>
                <a:lnTo>
                  <a:pt x="0" y="3993542"/>
                </a:lnTo>
                <a:lnTo>
                  <a:pt x="0" y="0"/>
                </a:lnTo>
                <a:lnTo>
                  <a:pt x="7147278" y="0"/>
                </a:lnTo>
                <a:lnTo>
                  <a:pt x="7147278" y="3993542"/>
                </a:lnTo>
                <a:close/>
              </a:path>
            </a:pathLst>
          </a:custGeom>
          <a:blipFill>
            <a:blip r:embed="rId7"/>
            <a:stretch>
              <a:fillRect/>
            </a:stretch>
          </a:blipFill>
        </p:spPr>
      </p:sp>
      <p:sp>
        <p:nvSpPr>
          <p:cNvPr id="18" name="TextBox 4"/>
          <p:cNvSpPr txBox="1"/>
          <p:nvPr/>
        </p:nvSpPr>
        <p:spPr>
          <a:xfrm>
            <a:off x="7270829" y="6324600"/>
            <a:ext cx="1393249" cy="340221"/>
          </a:xfrm>
          <a:prstGeom prst="rect">
            <a:avLst/>
          </a:prstGeom>
        </p:spPr>
        <p:txBody>
          <a:bodyPr lIns="0" tIns="0" rIns="0" bIns="0" rtlCol="0" anchor="t">
            <a:spAutoFit/>
          </a:bodyPr>
          <a:lstStyle/>
          <a:p>
            <a:pPr algn="r">
              <a:lnSpc>
                <a:spcPts val="2940"/>
              </a:lnSpc>
              <a:spcBef>
                <a:spcPct val="0"/>
              </a:spcBef>
            </a:pPr>
            <a:r>
              <a:rPr lang="en-US" sz="2100" b="1">
                <a:solidFill>
                  <a:srgbClr val="000000"/>
                </a:solidFill>
                <a:latin typeface="Arial" panose="020B0604020202020204" pitchFamily="34" charset="0"/>
                <a:ea typeface="Inter Medium"/>
                <a:cs typeface="Arial" panose="020B0604020202020204" pitchFamily="34" charset="0"/>
                <a:sym typeface="Inter Medium"/>
              </a:rPr>
              <a:t>PAGE </a:t>
            </a:r>
            <a:r>
              <a:rPr lang="en-US" sz="2100" b="1" smtClean="0">
                <a:solidFill>
                  <a:srgbClr val="000000"/>
                </a:solidFill>
                <a:latin typeface="Arial" panose="020B0604020202020204" pitchFamily="34" charset="0"/>
                <a:ea typeface="Inter Medium"/>
                <a:cs typeface="Arial" panose="020B0604020202020204" pitchFamily="34" charset="0"/>
                <a:sym typeface="Inter Medium"/>
              </a:rPr>
              <a:t>07</a:t>
            </a:r>
            <a:endParaRPr lang="en-US" sz="2100" b="1">
              <a:solidFill>
                <a:srgbClr val="000000"/>
              </a:solidFill>
              <a:latin typeface="Arial" panose="020B0604020202020204" pitchFamily="34" charset="0"/>
              <a:ea typeface="Inter Medium"/>
              <a:cs typeface="Arial" panose="020B0604020202020204" pitchFamily="34" charset="0"/>
              <a:sym typeface="Inter Medium"/>
            </a:endParaRPr>
          </a:p>
        </p:txBody>
      </p:sp>
      <p:sp>
        <p:nvSpPr>
          <p:cNvPr id="12" name="Rectangle 11"/>
          <p:cNvSpPr/>
          <p:nvPr/>
        </p:nvSpPr>
        <p:spPr>
          <a:xfrm>
            <a:off x="504255" y="179365"/>
            <a:ext cx="8603650" cy="658835"/>
          </a:xfrm>
          <a:prstGeom prst="rect">
            <a:avLst/>
          </a:prstGeom>
        </p:spPr>
        <p:txBody>
          <a:bodyPr wrap="square">
            <a:spAutoFit/>
          </a:bodyPr>
          <a:lstStyle/>
          <a:p>
            <a:pPr algn="just">
              <a:lnSpc>
                <a:spcPct val="150000"/>
              </a:lnSpc>
            </a:pPr>
            <a:r>
              <a:rPr lang="en-US" sz="2800" b="1" smtClean="0">
                <a:solidFill>
                  <a:srgbClr val="000000"/>
                </a:solidFill>
                <a:latin typeface="Arial" panose="020B0604020202020204" pitchFamily="34" charset="0"/>
                <a:ea typeface="Inter Bold"/>
                <a:cs typeface="Arial" panose="020B0604020202020204" pitchFamily="34" charset="0"/>
                <a:sym typeface="Inter Bold"/>
              </a:rPr>
              <a:t>Bài toán &amp; giải pháp</a:t>
            </a:r>
            <a:endParaRPr lang="en-US" sz="2800" b="1">
              <a:solidFill>
                <a:srgbClr val="000000"/>
              </a:solidFill>
              <a:latin typeface="Arial" panose="020B0604020202020204" pitchFamily="34" charset="0"/>
              <a:ea typeface="Inter Bold"/>
              <a:cs typeface="Arial" panose="020B0604020202020204" pitchFamily="34" charset="0"/>
              <a:sym typeface="Inter Bold"/>
            </a:endParaRPr>
          </a:p>
        </p:txBody>
      </p:sp>
      <p:sp>
        <p:nvSpPr>
          <p:cNvPr id="3" name="Rectangle 2"/>
          <p:cNvSpPr/>
          <p:nvPr/>
        </p:nvSpPr>
        <p:spPr>
          <a:xfrm>
            <a:off x="504255" y="1123398"/>
            <a:ext cx="7165744" cy="4524315"/>
          </a:xfrm>
          <a:prstGeom prst="rect">
            <a:avLst/>
          </a:prstGeom>
        </p:spPr>
        <p:txBody>
          <a:bodyPr wrap="none">
            <a:spAutoFit/>
          </a:bodyPr>
          <a:lstStyle/>
          <a:p>
            <a:pPr algn="just">
              <a:lnSpc>
                <a:spcPct val="150000"/>
              </a:lnSpc>
            </a:pPr>
            <a:r>
              <a:rPr lang="en-US" sz="2400" b="1">
                <a:solidFill>
                  <a:srgbClr val="000000"/>
                </a:solidFill>
                <a:latin typeface="Arial" panose="020B0604020202020204" pitchFamily="34" charset="0"/>
                <a:ea typeface="Inter Bold"/>
                <a:cs typeface="Arial" panose="020B0604020202020204" pitchFamily="34" charset="0"/>
                <a:sym typeface="Inter Bold"/>
              </a:rPr>
              <a:t>Bài </a:t>
            </a:r>
            <a:r>
              <a:rPr lang="en-US" sz="2400" b="1" smtClean="0">
                <a:solidFill>
                  <a:srgbClr val="000000"/>
                </a:solidFill>
                <a:latin typeface="Arial" panose="020B0604020202020204" pitchFamily="34" charset="0"/>
                <a:ea typeface="Inter Bold"/>
                <a:cs typeface="Arial" panose="020B0604020202020204" pitchFamily="34" charset="0"/>
                <a:sym typeface="Inter Bold"/>
              </a:rPr>
              <a:t>toán</a:t>
            </a:r>
          </a:p>
          <a:p>
            <a:pPr marL="342900" indent="-342900" algn="just">
              <a:lnSpc>
                <a:spcPct val="150000"/>
              </a:lnSpc>
              <a:buFont typeface="Arial" panose="020B0604020202020204" pitchFamily="34" charset="0"/>
              <a:buChar char="•"/>
            </a:pPr>
            <a:r>
              <a:rPr lang="en-US" sz="2400" smtClean="0">
                <a:solidFill>
                  <a:srgbClr val="000000"/>
                </a:solidFill>
                <a:latin typeface="Arial" panose="020B0604020202020204" pitchFamily="34" charset="0"/>
                <a:ea typeface="Inter Bold"/>
                <a:cs typeface="Arial" panose="020B0604020202020204" pitchFamily="34" charset="0"/>
                <a:sym typeface="Inter Bold"/>
              </a:rPr>
              <a:t>Quản lý dữ liệu lớn: sách, độc giả và mượn – trả</a:t>
            </a:r>
          </a:p>
          <a:p>
            <a:pPr marL="342900" indent="-342900" algn="just">
              <a:lnSpc>
                <a:spcPct val="150000"/>
              </a:lnSpc>
              <a:buFont typeface="Arial" panose="020B0604020202020204" pitchFamily="34" charset="0"/>
              <a:buChar char="•"/>
            </a:pPr>
            <a:r>
              <a:rPr lang="en-US" sz="2400" smtClean="0">
                <a:solidFill>
                  <a:srgbClr val="000000"/>
                </a:solidFill>
                <a:latin typeface="Arial" panose="020B0604020202020204" pitchFamily="34" charset="0"/>
                <a:ea typeface="Inter Bold"/>
                <a:cs typeface="Arial" panose="020B0604020202020204" pitchFamily="34" charset="0"/>
                <a:sym typeface="Inter Bold"/>
              </a:rPr>
              <a:t>Tra cứu mọi lúc qua trình duyệt</a:t>
            </a:r>
          </a:p>
          <a:p>
            <a:pPr algn="just">
              <a:lnSpc>
                <a:spcPct val="150000"/>
              </a:lnSpc>
            </a:pPr>
            <a:r>
              <a:rPr lang="en-US" sz="2400" b="1" smtClean="0">
                <a:solidFill>
                  <a:srgbClr val="000000"/>
                </a:solidFill>
                <a:latin typeface="Arial" panose="020B0604020202020204" pitchFamily="34" charset="0"/>
                <a:ea typeface="Inter Bold"/>
                <a:cs typeface="Arial" panose="020B0604020202020204" pitchFamily="34" charset="0"/>
                <a:sym typeface="Inter Bold"/>
              </a:rPr>
              <a:t>Giải pháp</a:t>
            </a:r>
          </a:p>
          <a:p>
            <a:pPr marL="342900" indent="-342900" algn="just">
              <a:lnSpc>
                <a:spcPct val="150000"/>
              </a:lnSpc>
              <a:buFont typeface="Arial" panose="020B0604020202020204" pitchFamily="34" charset="0"/>
              <a:buChar char="•"/>
            </a:pPr>
            <a:r>
              <a:rPr lang="en-US" sz="2400" smtClean="0">
                <a:solidFill>
                  <a:srgbClr val="000000"/>
                </a:solidFill>
                <a:latin typeface="Arial" panose="020B0604020202020204" pitchFamily="34" charset="0"/>
                <a:ea typeface="Inter Bold"/>
                <a:cs typeface="Arial" panose="020B0604020202020204" pitchFamily="34" charset="0"/>
                <a:sym typeface="Inter Bold"/>
              </a:rPr>
              <a:t>Website quản lý thư viện</a:t>
            </a:r>
          </a:p>
          <a:p>
            <a:pPr marL="342900" indent="-342900" algn="just">
              <a:lnSpc>
                <a:spcPct val="150000"/>
              </a:lnSpc>
              <a:buFont typeface="Arial" panose="020B0604020202020204" pitchFamily="34" charset="0"/>
              <a:buChar char="•"/>
            </a:pPr>
            <a:r>
              <a:rPr lang="en-US" sz="2400" smtClean="0">
                <a:solidFill>
                  <a:srgbClr val="000000"/>
                </a:solidFill>
                <a:latin typeface="Arial" panose="020B0604020202020204" pitchFamily="34" charset="0"/>
                <a:ea typeface="Inter Bold"/>
                <a:cs typeface="Arial" panose="020B0604020202020204" pitchFamily="34" charset="0"/>
                <a:sym typeface="Inter Bold"/>
              </a:rPr>
              <a:t>PHP xử lý nghiệp vụ</a:t>
            </a:r>
          </a:p>
          <a:p>
            <a:pPr marL="342900" indent="-342900" algn="just">
              <a:lnSpc>
                <a:spcPct val="150000"/>
              </a:lnSpc>
              <a:buFont typeface="Arial" panose="020B0604020202020204" pitchFamily="34" charset="0"/>
              <a:buChar char="•"/>
            </a:pPr>
            <a:r>
              <a:rPr lang="en-US" sz="2400" smtClean="0">
                <a:solidFill>
                  <a:srgbClr val="000000"/>
                </a:solidFill>
                <a:latin typeface="Arial" panose="020B0604020202020204" pitchFamily="34" charset="0"/>
                <a:ea typeface="Inter Bold"/>
                <a:cs typeface="Arial" panose="020B0604020202020204" pitchFamily="34" charset="0"/>
                <a:sym typeface="Inter Bold"/>
              </a:rPr>
              <a:t>MYSQL lưu trữ dữ liệu</a:t>
            </a:r>
          </a:p>
          <a:p>
            <a:pPr marL="342900" indent="-342900" algn="just">
              <a:lnSpc>
                <a:spcPct val="150000"/>
              </a:lnSpc>
              <a:buFont typeface="Arial" panose="020B0604020202020204" pitchFamily="34" charset="0"/>
              <a:buChar char="•"/>
            </a:pPr>
            <a:r>
              <a:rPr lang="en-US" sz="2400" smtClean="0">
                <a:solidFill>
                  <a:srgbClr val="000000"/>
                </a:solidFill>
                <a:latin typeface="Arial" panose="020B0604020202020204" pitchFamily="34" charset="0"/>
                <a:ea typeface="Inter Bold"/>
                <a:cs typeface="Arial" panose="020B0604020202020204" pitchFamily="34" charset="0"/>
                <a:sym typeface="Inter Bold"/>
              </a:rPr>
              <a:t>HTML, CSS, Bootstrap thiết kế giao diện</a:t>
            </a:r>
            <a:endParaRPr lang="en-US" sz="2400">
              <a:solidFill>
                <a:srgbClr val="000000"/>
              </a:solidFill>
              <a:latin typeface="Arial" panose="020B0604020202020204" pitchFamily="34" charset="0"/>
              <a:ea typeface="Inter Bold"/>
              <a:cs typeface="Arial" panose="020B0604020202020204" pitchFamily="34" charset="0"/>
              <a:sym typeface="Inter Bold"/>
            </a:endParaRPr>
          </a:p>
        </p:txBody>
      </p:sp>
    </p:spTree>
    <p:extLst>
      <p:ext uri="{BB962C8B-B14F-4D97-AF65-F5344CB8AC3E}">
        <p14:creationId xmlns:p14="http://schemas.microsoft.com/office/powerpoint/2010/main" val="154682648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sp>
        <p:nvSpPr>
          <p:cNvPr id="10" name="Freeform 10"/>
          <p:cNvSpPr/>
          <p:nvPr/>
        </p:nvSpPr>
        <p:spPr>
          <a:xfrm>
            <a:off x="-938822" y="38100"/>
            <a:ext cx="1877643" cy="1752600"/>
          </a:xfrm>
          <a:custGeom>
            <a:avLst/>
            <a:gdLst/>
            <a:ahLst/>
            <a:cxnLst/>
            <a:rect l="l" t="t" r="r" b="b"/>
            <a:pathLst>
              <a:path w="4062430" h="4114800">
                <a:moveTo>
                  <a:pt x="0" y="0"/>
                </a:moveTo>
                <a:lnTo>
                  <a:pt x="4062430" y="0"/>
                </a:lnTo>
                <a:lnTo>
                  <a:pt x="4062430" y="4114800"/>
                </a:lnTo>
                <a:lnTo>
                  <a:pt x="0" y="4114800"/>
                </a:lnTo>
                <a:lnTo>
                  <a:pt x="0" y="0"/>
                </a:lnTo>
                <a:close/>
              </a:path>
            </a:pathLst>
          </a:custGeom>
          <a:blipFill>
            <a:blip r:embed="rId3">
              <a:extLst>
                <a:ext uri="{96DAC541-7B7A-43D3-8B79-37D633B846F1}">
                  <asvg:svgBlip xmlns:asvg="http://schemas.microsoft.com/office/drawing/2016/SVG/main" xmlns="" r:embed="rId4"/>
                </a:ext>
              </a:extLst>
            </a:blip>
            <a:stretch>
              <a:fillRect/>
            </a:stretch>
          </a:blipFill>
        </p:spPr>
      </p:sp>
      <p:sp>
        <p:nvSpPr>
          <p:cNvPr id="11" name="Freeform 11"/>
          <p:cNvSpPr/>
          <p:nvPr/>
        </p:nvSpPr>
        <p:spPr>
          <a:xfrm>
            <a:off x="-414355" y="5638800"/>
            <a:ext cx="2290628" cy="2057400"/>
          </a:xfrm>
          <a:custGeom>
            <a:avLst/>
            <a:gdLst/>
            <a:ahLst/>
            <a:cxnLst/>
            <a:rect l="l" t="t" r="r" b="b"/>
            <a:pathLst>
              <a:path w="4581255" h="4114800">
                <a:moveTo>
                  <a:pt x="0" y="0"/>
                </a:moveTo>
                <a:lnTo>
                  <a:pt x="4581255" y="0"/>
                </a:lnTo>
                <a:lnTo>
                  <a:pt x="4581255" y="4114800"/>
                </a:lnTo>
                <a:lnTo>
                  <a:pt x="0" y="4114800"/>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18" name="TextBox 4"/>
          <p:cNvSpPr txBox="1"/>
          <p:nvPr/>
        </p:nvSpPr>
        <p:spPr>
          <a:xfrm>
            <a:off x="7162800" y="6158284"/>
            <a:ext cx="1393249" cy="340221"/>
          </a:xfrm>
          <a:prstGeom prst="rect">
            <a:avLst/>
          </a:prstGeom>
        </p:spPr>
        <p:txBody>
          <a:bodyPr lIns="0" tIns="0" rIns="0" bIns="0" rtlCol="0" anchor="t">
            <a:spAutoFit/>
          </a:bodyPr>
          <a:lstStyle/>
          <a:p>
            <a:pPr algn="r">
              <a:lnSpc>
                <a:spcPts val="2940"/>
              </a:lnSpc>
              <a:spcBef>
                <a:spcPct val="0"/>
              </a:spcBef>
            </a:pPr>
            <a:r>
              <a:rPr lang="en-US" sz="2100" b="1">
                <a:solidFill>
                  <a:srgbClr val="000000"/>
                </a:solidFill>
                <a:latin typeface="Arial" panose="020B0604020202020204" pitchFamily="34" charset="0"/>
                <a:ea typeface="Inter Medium"/>
                <a:cs typeface="Arial" panose="020B0604020202020204" pitchFamily="34" charset="0"/>
                <a:sym typeface="Inter Medium"/>
              </a:rPr>
              <a:t>PAGE </a:t>
            </a:r>
            <a:r>
              <a:rPr lang="en-US" sz="2100" b="1" smtClean="0">
                <a:solidFill>
                  <a:srgbClr val="000000"/>
                </a:solidFill>
                <a:latin typeface="Arial" panose="020B0604020202020204" pitchFamily="34" charset="0"/>
                <a:ea typeface="Inter Medium"/>
                <a:cs typeface="Arial" panose="020B0604020202020204" pitchFamily="34" charset="0"/>
                <a:sym typeface="Inter Medium"/>
              </a:rPr>
              <a:t>08</a:t>
            </a:r>
            <a:endParaRPr lang="en-US" sz="2100" b="1">
              <a:solidFill>
                <a:srgbClr val="000000"/>
              </a:solidFill>
              <a:latin typeface="Arial" panose="020B0604020202020204" pitchFamily="34" charset="0"/>
              <a:ea typeface="Inter Medium"/>
              <a:cs typeface="Arial" panose="020B0604020202020204" pitchFamily="34" charset="0"/>
              <a:sym typeface="Inter Medium"/>
            </a:endParaRPr>
          </a:p>
        </p:txBody>
      </p:sp>
      <p:sp>
        <p:nvSpPr>
          <p:cNvPr id="8" name="Title 1"/>
          <p:cNvSpPr txBox="1">
            <a:spLocks/>
          </p:cNvSpPr>
          <p:nvPr/>
        </p:nvSpPr>
        <p:spPr>
          <a:xfrm>
            <a:off x="637320" y="206375"/>
            <a:ext cx="8271130" cy="1470025"/>
          </a:xfrm>
          <a:prstGeom prst="rect">
            <a:avLst/>
          </a:prstGeom>
        </p:spPr>
        <p:txBody>
          <a:bodyPr>
            <a:noAutofit/>
          </a:bodyPr>
          <a:lstStyle>
            <a:lvl1pPr algn="ctr" defTabSz="457200" rtl="0" eaLnBrk="1" latinLnBrk="0" hangingPunct="1">
              <a:spcBef>
                <a:spcPct val="0"/>
              </a:spcBef>
              <a:buNone/>
              <a:defRPr sz="2200" kern="1200">
                <a:solidFill>
                  <a:schemeClr val="tx1"/>
                </a:solidFill>
                <a:latin typeface="+mj-lt"/>
                <a:ea typeface="+mj-ea"/>
                <a:cs typeface="+mj-cs"/>
              </a:defRPr>
            </a:lvl1pPr>
          </a:lstStyle>
          <a:p>
            <a:r>
              <a:rPr lang="en-US" sz="3200" b="1" smtClean="0">
                <a:latin typeface="Arial" panose="020B0604020202020204" pitchFamily="34" charset="0"/>
                <a:cs typeface="Arial" panose="020B0604020202020204" pitchFamily="34" charset="0"/>
              </a:rPr>
              <a:t>CÔNG CỤ SỬ DỤNG</a:t>
            </a:r>
            <a:endParaRPr lang="en-US" sz="3200" b="1" dirty="0">
              <a:latin typeface="Arial" panose="020B0604020202020204" pitchFamily="34" charset="0"/>
              <a:cs typeface="Arial" panose="020B0604020202020204" pitchFamily="34" charset="0"/>
            </a:endParaRPr>
          </a:p>
        </p:txBody>
      </p:sp>
      <p:pic>
        <p:nvPicPr>
          <p:cNvPr id="3" name="Picture 2"/>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219200" y="1048323"/>
            <a:ext cx="6885715" cy="4590477"/>
          </a:xfrm>
          <a:prstGeom prst="rect">
            <a:avLst/>
          </a:prstGeom>
        </p:spPr>
      </p:pic>
    </p:spTree>
    <p:extLst>
      <p:ext uri="{BB962C8B-B14F-4D97-AF65-F5344CB8AC3E}">
        <p14:creationId xmlns:p14="http://schemas.microsoft.com/office/powerpoint/2010/main" val="332406886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sp>
        <p:nvSpPr>
          <p:cNvPr id="10" name="Freeform 10"/>
          <p:cNvSpPr/>
          <p:nvPr/>
        </p:nvSpPr>
        <p:spPr>
          <a:xfrm>
            <a:off x="-983650" y="85113"/>
            <a:ext cx="1447800" cy="1506174"/>
          </a:xfrm>
          <a:custGeom>
            <a:avLst/>
            <a:gdLst/>
            <a:ahLst/>
            <a:cxnLst/>
            <a:rect l="l" t="t" r="r" b="b"/>
            <a:pathLst>
              <a:path w="4062430" h="4114800">
                <a:moveTo>
                  <a:pt x="0" y="0"/>
                </a:moveTo>
                <a:lnTo>
                  <a:pt x="4062430" y="0"/>
                </a:lnTo>
                <a:lnTo>
                  <a:pt x="4062430" y="4114800"/>
                </a:lnTo>
                <a:lnTo>
                  <a:pt x="0" y="4114800"/>
                </a:lnTo>
                <a:lnTo>
                  <a:pt x="0" y="0"/>
                </a:lnTo>
                <a:close/>
              </a:path>
            </a:pathLst>
          </a:custGeom>
          <a:blipFill>
            <a:blip r:embed="rId3">
              <a:extLst>
                <a:ext uri="{96DAC541-7B7A-43D3-8B79-37D633B846F1}">
                  <asvg:svgBlip xmlns:asvg="http://schemas.microsoft.com/office/drawing/2016/SVG/main" xmlns="" r:embed="rId4"/>
                </a:ext>
              </a:extLst>
            </a:blip>
            <a:stretch>
              <a:fillRect/>
            </a:stretch>
          </a:blipFill>
        </p:spPr>
      </p:sp>
      <p:sp>
        <p:nvSpPr>
          <p:cNvPr id="11" name="Freeform 11"/>
          <p:cNvSpPr/>
          <p:nvPr/>
        </p:nvSpPr>
        <p:spPr>
          <a:xfrm>
            <a:off x="-414355" y="6400800"/>
            <a:ext cx="1481155" cy="1295400"/>
          </a:xfrm>
          <a:custGeom>
            <a:avLst/>
            <a:gdLst/>
            <a:ahLst/>
            <a:cxnLst/>
            <a:rect l="l" t="t" r="r" b="b"/>
            <a:pathLst>
              <a:path w="4581255" h="4114800">
                <a:moveTo>
                  <a:pt x="0" y="0"/>
                </a:moveTo>
                <a:lnTo>
                  <a:pt x="4581255" y="0"/>
                </a:lnTo>
                <a:lnTo>
                  <a:pt x="4581255" y="4114800"/>
                </a:lnTo>
                <a:lnTo>
                  <a:pt x="0" y="4114800"/>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18" name="TextBox 4"/>
          <p:cNvSpPr txBox="1"/>
          <p:nvPr/>
        </p:nvSpPr>
        <p:spPr>
          <a:xfrm>
            <a:off x="7270829" y="6470511"/>
            <a:ext cx="1393249" cy="340221"/>
          </a:xfrm>
          <a:prstGeom prst="rect">
            <a:avLst/>
          </a:prstGeom>
        </p:spPr>
        <p:txBody>
          <a:bodyPr lIns="0" tIns="0" rIns="0" bIns="0" rtlCol="0" anchor="t">
            <a:spAutoFit/>
          </a:bodyPr>
          <a:lstStyle/>
          <a:p>
            <a:pPr algn="r">
              <a:lnSpc>
                <a:spcPts val="2940"/>
              </a:lnSpc>
              <a:spcBef>
                <a:spcPct val="0"/>
              </a:spcBef>
            </a:pPr>
            <a:r>
              <a:rPr lang="en-US" sz="2100" b="1">
                <a:solidFill>
                  <a:srgbClr val="000000"/>
                </a:solidFill>
                <a:latin typeface="Arial" panose="020B0604020202020204" pitchFamily="34" charset="0"/>
                <a:ea typeface="Inter Medium"/>
                <a:cs typeface="Arial" panose="020B0604020202020204" pitchFamily="34" charset="0"/>
                <a:sym typeface="Inter Medium"/>
              </a:rPr>
              <a:t>PAGE </a:t>
            </a:r>
            <a:r>
              <a:rPr lang="en-US" sz="2100" b="1" smtClean="0">
                <a:solidFill>
                  <a:srgbClr val="000000"/>
                </a:solidFill>
                <a:latin typeface="Arial" panose="020B0604020202020204" pitchFamily="34" charset="0"/>
                <a:ea typeface="Inter Medium"/>
                <a:cs typeface="Arial" panose="020B0604020202020204" pitchFamily="34" charset="0"/>
                <a:sym typeface="Inter Medium"/>
              </a:rPr>
              <a:t>09</a:t>
            </a:r>
            <a:endParaRPr lang="en-US" sz="2100" b="1">
              <a:solidFill>
                <a:srgbClr val="000000"/>
              </a:solidFill>
              <a:latin typeface="Arial" panose="020B0604020202020204" pitchFamily="34" charset="0"/>
              <a:ea typeface="Inter Medium"/>
              <a:cs typeface="Arial" panose="020B0604020202020204" pitchFamily="34" charset="0"/>
              <a:sym typeface="Inter Medium"/>
            </a:endParaRPr>
          </a:p>
        </p:txBody>
      </p:sp>
      <p:sp>
        <p:nvSpPr>
          <p:cNvPr id="7" name="Title 1"/>
          <p:cNvSpPr txBox="1">
            <a:spLocks/>
          </p:cNvSpPr>
          <p:nvPr/>
        </p:nvSpPr>
        <p:spPr>
          <a:xfrm>
            <a:off x="637320" y="143163"/>
            <a:ext cx="8271130" cy="1152237"/>
          </a:xfrm>
          <a:prstGeom prst="rect">
            <a:avLst/>
          </a:prstGeom>
        </p:spPr>
        <p:txBody>
          <a:bodyPr>
            <a:noAutofit/>
          </a:bodyPr>
          <a:lstStyle>
            <a:lvl1pPr algn="ctr" defTabSz="457200" rtl="0" eaLnBrk="1" latinLnBrk="0" hangingPunct="1">
              <a:spcBef>
                <a:spcPct val="0"/>
              </a:spcBef>
              <a:buNone/>
              <a:defRPr sz="2200" kern="1200">
                <a:solidFill>
                  <a:schemeClr val="tx1"/>
                </a:solidFill>
                <a:latin typeface="+mj-lt"/>
                <a:ea typeface="+mj-ea"/>
                <a:cs typeface="+mj-cs"/>
              </a:defRPr>
            </a:lvl1pPr>
          </a:lstStyle>
          <a:p>
            <a:r>
              <a:rPr lang="en-US" sz="3200" b="1" smtClean="0">
                <a:latin typeface="Arial" panose="020B0604020202020204" pitchFamily="34" charset="0"/>
                <a:cs typeface="Arial" panose="020B0604020202020204" pitchFamily="34" charset="0"/>
              </a:rPr>
              <a:t>THIẾT </a:t>
            </a:r>
            <a:r>
              <a:rPr lang="en-US" sz="3200" b="1" smtClean="0">
                <a:latin typeface="Arial" panose="020B0604020202020204" pitchFamily="34" charset="0"/>
                <a:cs typeface="Arial" panose="020B0604020202020204" pitchFamily="34" charset="0"/>
              </a:rPr>
              <a:t>KẾ HỆ THỐNG</a:t>
            </a:r>
            <a:endParaRPr lang="en-US" sz="3200" b="1" dirty="0">
              <a:latin typeface="Arial" panose="020B0604020202020204" pitchFamily="34" charset="0"/>
              <a:cs typeface="Arial" panose="020B0604020202020204" pitchFamily="34" charset="0"/>
            </a:endParaRPr>
          </a:p>
        </p:txBody>
      </p:sp>
      <p:pic>
        <p:nvPicPr>
          <p:cNvPr id="8" name="Picture 7"/>
          <p:cNvPicPr>
            <a:picLocks noChangeAspect="1"/>
          </p:cNvPicPr>
          <p:nvPr/>
        </p:nvPicPr>
        <p:blipFill>
          <a:blip r:embed="rId7"/>
          <a:stretch>
            <a:fillRect/>
          </a:stretch>
        </p:blipFill>
        <p:spPr>
          <a:xfrm>
            <a:off x="645882" y="1351971"/>
            <a:ext cx="7894489" cy="4800600"/>
          </a:xfrm>
          <a:prstGeom prst="rect">
            <a:avLst/>
          </a:prstGeom>
        </p:spPr>
      </p:pic>
      <p:sp>
        <p:nvSpPr>
          <p:cNvPr id="2" name="Rectangle 1"/>
          <p:cNvSpPr/>
          <p:nvPr/>
        </p:nvSpPr>
        <p:spPr>
          <a:xfrm>
            <a:off x="838200" y="732980"/>
            <a:ext cx="3070071" cy="507831"/>
          </a:xfrm>
          <a:prstGeom prst="rect">
            <a:avLst/>
          </a:prstGeom>
        </p:spPr>
        <p:txBody>
          <a:bodyPr wrap="none">
            <a:spAutoFit/>
          </a:bodyPr>
          <a:lstStyle/>
          <a:p>
            <a:pPr algn="just">
              <a:lnSpc>
                <a:spcPct val="150000"/>
              </a:lnSpc>
            </a:pPr>
            <a:r>
              <a:rPr lang="en-US" i="1">
                <a:solidFill>
                  <a:srgbClr val="000000"/>
                </a:solidFill>
                <a:latin typeface="Arial" panose="020B0604020202020204" pitchFamily="34" charset="0"/>
                <a:ea typeface="Inter Italics"/>
                <a:cs typeface="Arial" panose="020B0604020202020204" pitchFamily="34" charset="0"/>
                <a:sym typeface="Inter Italics"/>
              </a:rPr>
              <a:t>Biểu đồ Use Case tổng quát</a:t>
            </a:r>
          </a:p>
        </p:txBody>
      </p:sp>
    </p:spTree>
    <p:extLst>
      <p:ext uri="{BB962C8B-B14F-4D97-AF65-F5344CB8AC3E}">
        <p14:creationId xmlns:p14="http://schemas.microsoft.com/office/powerpoint/2010/main" val="928681980"/>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sp>
        <p:nvSpPr>
          <p:cNvPr id="10" name="Freeform 10"/>
          <p:cNvSpPr/>
          <p:nvPr/>
        </p:nvSpPr>
        <p:spPr>
          <a:xfrm>
            <a:off x="-983650" y="85113"/>
            <a:ext cx="1447800" cy="1506174"/>
          </a:xfrm>
          <a:custGeom>
            <a:avLst/>
            <a:gdLst/>
            <a:ahLst/>
            <a:cxnLst/>
            <a:rect l="l" t="t" r="r" b="b"/>
            <a:pathLst>
              <a:path w="4062430" h="4114800">
                <a:moveTo>
                  <a:pt x="0" y="0"/>
                </a:moveTo>
                <a:lnTo>
                  <a:pt x="4062430" y="0"/>
                </a:lnTo>
                <a:lnTo>
                  <a:pt x="4062430" y="4114800"/>
                </a:lnTo>
                <a:lnTo>
                  <a:pt x="0" y="4114800"/>
                </a:lnTo>
                <a:lnTo>
                  <a:pt x="0" y="0"/>
                </a:lnTo>
                <a:close/>
              </a:path>
            </a:pathLst>
          </a:custGeom>
          <a:blipFill>
            <a:blip r:embed="rId3">
              <a:extLst>
                <a:ext uri="{96DAC541-7B7A-43D3-8B79-37D633B846F1}">
                  <asvg:svgBlip xmlns:asvg="http://schemas.microsoft.com/office/drawing/2016/SVG/main" xmlns="" r:embed="rId4"/>
                </a:ext>
              </a:extLst>
            </a:blip>
            <a:stretch>
              <a:fillRect/>
            </a:stretch>
          </a:blipFill>
        </p:spPr>
      </p:sp>
      <p:sp>
        <p:nvSpPr>
          <p:cNvPr id="11" name="Freeform 11"/>
          <p:cNvSpPr/>
          <p:nvPr/>
        </p:nvSpPr>
        <p:spPr>
          <a:xfrm>
            <a:off x="-414355" y="6400800"/>
            <a:ext cx="1481155" cy="1295400"/>
          </a:xfrm>
          <a:custGeom>
            <a:avLst/>
            <a:gdLst/>
            <a:ahLst/>
            <a:cxnLst/>
            <a:rect l="l" t="t" r="r" b="b"/>
            <a:pathLst>
              <a:path w="4581255" h="4114800">
                <a:moveTo>
                  <a:pt x="0" y="0"/>
                </a:moveTo>
                <a:lnTo>
                  <a:pt x="4581255" y="0"/>
                </a:lnTo>
                <a:lnTo>
                  <a:pt x="4581255" y="4114800"/>
                </a:lnTo>
                <a:lnTo>
                  <a:pt x="0" y="4114800"/>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18" name="TextBox 4"/>
          <p:cNvSpPr txBox="1"/>
          <p:nvPr/>
        </p:nvSpPr>
        <p:spPr>
          <a:xfrm>
            <a:off x="7270829" y="6324600"/>
            <a:ext cx="1393249" cy="340221"/>
          </a:xfrm>
          <a:prstGeom prst="rect">
            <a:avLst/>
          </a:prstGeom>
        </p:spPr>
        <p:txBody>
          <a:bodyPr lIns="0" tIns="0" rIns="0" bIns="0" rtlCol="0" anchor="t">
            <a:spAutoFit/>
          </a:bodyPr>
          <a:lstStyle/>
          <a:p>
            <a:pPr algn="r">
              <a:lnSpc>
                <a:spcPts val="2940"/>
              </a:lnSpc>
              <a:spcBef>
                <a:spcPct val="0"/>
              </a:spcBef>
            </a:pPr>
            <a:r>
              <a:rPr lang="en-US" sz="2100" b="1">
                <a:solidFill>
                  <a:srgbClr val="000000"/>
                </a:solidFill>
                <a:latin typeface="Arial" panose="020B0604020202020204" pitchFamily="34" charset="0"/>
                <a:ea typeface="Inter Medium"/>
                <a:cs typeface="Arial" panose="020B0604020202020204" pitchFamily="34" charset="0"/>
                <a:sym typeface="Inter Medium"/>
              </a:rPr>
              <a:t>PAGE </a:t>
            </a:r>
            <a:r>
              <a:rPr lang="en-US" sz="2100" b="1" smtClean="0">
                <a:solidFill>
                  <a:srgbClr val="000000"/>
                </a:solidFill>
                <a:latin typeface="Arial" panose="020B0604020202020204" pitchFamily="34" charset="0"/>
                <a:ea typeface="Inter Medium"/>
                <a:cs typeface="Arial" panose="020B0604020202020204" pitchFamily="34" charset="0"/>
                <a:sym typeface="Inter Medium"/>
              </a:rPr>
              <a:t>10</a:t>
            </a:r>
            <a:endParaRPr lang="en-US" sz="2100" b="1">
              <a:solidFill>
                <a:srgbClr val="000000"/>
              </a:solidFill>
              <a:latin typeface="Arial" panose="020B0604020202020204" pitchFamily="34" charset="0"/>
              <a:ea typeface="Inter Medium"/>
              <a:cs typeface="Arial" panose="020B0604020202020204" pitchFamily="34" charset="0"/>
              <a:sym typeface="Inter Medium"/>
            </a:endParaRPr>
          </a:p>
        </p:txBody>
      </p:sp>
      <p:sp>
        <p:nvSpPr>
          <p:cNvPr id="7" name="Rectangle 6"/>
          <p:cNvSpPr/>
          <p:nvPr/>
        </p:nvSpPr>
        <p:spPr>
          <a:xfrm>
            <a:off x="464150" y="242691"/>
            <a:ext cx="8527450" cy="646331"/>
          </a:xfrm>
          <a:prstGeom prst="rect">
            <a:avLst/>
          </a:prstGeom>
        </p:spPr>
        <p:txBody>
          <a:bodyPr wrap="square">
            <a:spAutoFit/>
          </a:bodyPr>
          <a:lstStyle/>
          <a:p>
            <a:pPr algn="just">
              <a:lnSpc>
                <a:spcPct val="150000"/>
              </a:lnSpc>
            </a:pPr>
            <a:r>
              <a:rPr lang="en-US" sz="2400" i="1" smtClean="0">
                <a:solidFill>
                  <a:srgbClr val="000000"/>
                </a:solidFill>
                <a:latin typeface="Arial" panose="020B0604020202020204" pitchFamily="34" charset="0"/>
                <a:ea typeface="Inter Italics"/>
                <a:cs typeface="Arial" panose="020B0604020202020204" pitchFamily="34" charset="0"/>
                <a:sym typeface="Inter Italics"/>
              </a:rPr>
              <a:t>Lược đồ cơ sở dữ liệu</a:t>
            </a:r>
            <a:endParaRPr lang="en-US" sz="2400" i="1" smtClean="0">
              <a:solidFill>
                <a:srgbClr val="000000"/>
              </a:solidFill>
              <a:latin typeface="Arial" panose="020B0604020202020204" pitchFamily="34" charset="0"/>
              <a:ea typeface="Inter Italics"/>
              <a:cs typeface="Arial" panose="020B0604020202020204" pitchFamily="34" charset="0"/>
              <a:sym typeface="Inter Italics"/>
            </a:endParaRPr>
          </a:p>
        </p:txBody>
      </p:sp>
      <p:pic>
        <p:nvPicPr>
          <p:cNvPr id="8" name="Picture 7"/>
          <p:cNvPicPr/>
          <p:nvPr/>
        </p:nvPicPr>
        <p:blipFill>
          <a:blip r:embed="rId7">
            <a:extLst>
              <a:ext uri="{28A0092B-C50C-407E-A947-70E740481C1C}">
                <a14:useLocalDpi xmlns:a14="http://schemas.microsoft.com/office/drawing/2010/main" val="0"/>
              </a:ext>
            </a:extLst>
          </a:blip>
          <a:stretch>
            <a:fillRect/>
          </a:stretch>
        </p:blipFill>
        <p:spPr>
          <a:xfrm>
            <a:off x="685800" y="1326487"/>
            <a:ext cx="7772400" cy="4769513"/>
          </a:xfrm>
          <a:prstGeom prst="rect">
            <a:avLst/>
          </a:prstGeom>
        </p:spPr>
      </p:pic>
    </p:spTree>
    <p:extLst>
      <p:ext uri="{BB962C8B-B14F-4D97-AF65-F5344CB8AC3E}">
        <p14:creationId xmlns:p14="http://schemas.microsoft.com/office/powerpoint/2010/main" val="2631910251"/>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sp>
        <p:nvSpPr>
          <p:cNvPr id="10" name="Freeform 10"/>
          <p:cNvSpPr/>
          <p:nvPr/>
        </p:nvSpPr>
        <p:spPr>
          <a:xfrm>
            <a:off x="-983650" y="85113"/>
            <a:ext cx="1447800" cy="1506174"/>
          </a:xfrm>
          <a:custGeom>
            <a:avLst/>
            <a:gdLst/>
            <a:ahLst/>
            <a:cxnLst/>
            <a:rect l="l" t="t" r="r" b="b"/>
            <a:pathLst>
              <a:path w="4062430" h="4114800">
                <a:moveTo>
                  <a:pt x="0" y="0"/>
                </a:moveTo>
                <a:lnTo>
                  <a:pt x="4062430" y="0"/>
                </a:lnTo>
                <a:lnTo>
                  <a:pt x="4062430" y="4114800"/>
                </a:lnTo>
                <a:lnTo>
                  <a:pt x="0" y="4114800"/>
                </a:lnTo>
                <a:lnTo>
                  <a:pt x="0" y="0"/>
                </a:lnTo>
                <a:close/>
              </a:path>
            </a:pathLst>
          </a:custGeom>
          <a:blipFill>
            <a:blip r:embed="rId3">
              <a:extLst>
                <a:ext uri="{96DAC541-7B7A-43D3-8B79-37D633B846F1}">
                  <asvg:svgBlip xmlns:asvg="http://schemas.microsoft.com/office/drawing/2016/SVG/main" xmlns="" r:embed="rId4"/>
                </a:ext>
              </a:extLst>
            </a:blip>
            <a:stretch>
              <a:fillRect/>
            </a:stretch>
          </a:blipFill>
        </p:spPr>
      </p:sp>
      <p:sp>
        <p:nvSpPr>
          <p:cNvPr id="11" name="Freeform 11"/>
          <p:cNvSpPr/>
          <p:nvPr/>
        </p:nvSpPr>
        <p:spPr>
          <a:xfrm>
            <a:off x="-414355" y="6400800"/>
            <a:ext cx="1481155" cy="1295400"/>
          </a:xfrm>
          <a:custGeom>
            <a:avLst/>
            <a:gdLst/>
            <a:ahLst/>
            <a:cxnLst/>
            <a:rect l="l" t="t" r="r" b="b"/>
            <a:pathLst>
              <a:path w="4581255" h="4114800">
                <a:moveTo>
                  <a:pt x="0" y="0"/>
                </a:moveTo>
                <a:lnTo>
                  <a:pt x="4581255" y="0"/>
                </a:lnTo>
                <a:lnTo>
                  <a:pt x="4581255" y="4114800"/>
                </a:lnTo>
                <a:lnTo>
                  <a:pt x="0" y="4114800"/>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14" name="Freeform 14"/>
          <p:cNvSpPr/>
          <p:nvPr/>
        </p:nvSpPr>
        <p:spPr>
          <a:xfrm flipH="1" flipV="1">
            <a:off x="7020213" y="228600"/>
            <a:ext cx="3287730" cy="1211494"/>
          </a:xfrm>
          <a:custGeom>
            <a:avLst/>
            <a:gdLst/>
            <a:ahLst/>
            <a:cxnLst/>
            <a:rect l="l" t="t" r="r" b="b"/>
            <a:pathLst>
              <a:path w="7147278" h="3993541">
                <a:moveTo>
                  <a:pt x="7147278" y="3993542"/>
                </a:moveTo>
                <a:lnTo>
                  <a:pt x="0" y="3993542"/>
                </a:lnTo>
                <a:lnTo>
                  <a:pt x="0" y="0"/>
                </a:lnTo>
                <a:lnTo>
                  <a:pt x="7147278" y="0"/>
                </a:lnTo>
                <a:lnTo>
                  <a:pt x="7147278" y="3993542"/>
                </a:lnTo>
                <a:close/>
              </a:path>
            </a:pathLst>
          </a:custGeom>
          <a:blipFill>
            <a:blip r:embed="rId7"/>
            <a:stretch>
              <a:fillRect/>
            </a:stretch>
          </a:blipFill>
        </p:spPr>
      </p:sp>
      <p:sp>
        <p:nvSpPr>
          <p:cNvPr id="18" name="TextBox 4"/>
          <p:cNvSpPr txBox="1"/>
          <p:nvPr/>
        </p:nvSpPr>
        <p:spPr>
          <a:xfrm>
            <a:off x="7270829" y="6324600"/>
            <a:ext cx="1393249" cy="340221"/>
          </a:xfrm>
          <a:prstGeom prst="rect">
            <a:avLst/>
          </a:prstGeom>
        </p:spPr>
        <p:txBody>
          <a:bodyPr lIns="0" tIns="0" rIns="0" bIns="0" rtlCol="0" anchor="t">
            <a:spAutoFit/>
          </a:bodyPr>
          <a:lstStyle/>
          <a:p>
            <a:pPr algn="r">
              <a:lnSpc>
                <a:spcPts val="2940"/>
              </a:lnSpc>
              <a:spcBef>
                <a:spcPct val="0"/>
              </a:spcBef>
            </a:pPr>
            <a:r>
              <a:rPr lang="en-US" sz="2100" b="1">
                <a:solidFill>
                  <a:srgbClr val="000000"/>
                </a:solidFill>
                <a:latin typeface="Arial" panose="020B0604020202020204" pitchFamily="34" charset="0"/>
                <a:ea typeface="Inter Medium"/>
                <a:cs typeface="Arial" panose="020B0604020202020204" pitchFamily="34" charset="0"/>
                <a:sym typeface="Inter Medium"/>
              </a:rPr>
              <a:t>PAGE </a:t>
            </a:r>
            <a:r>
              <a:rPr lang="en-US" sz="2100" b="1" smtClean="0">
                <a:solidFill>
                  <a:srgbClr val="000000"/>
                </a:solidFill>
                <a:latin typeface="Arial" panose="020B0604020202020204" pitchFamily="34" charset="0"/>
                <a:ea typeface="Inter Medium"/>
                <a:cs typeface="Arial" panose="020B0604020202020204" pitchFamily="34" charset="0"/>
                <a:sym typeface="Inter Medium"/>
              </a:rPr>
              <a:t>11</a:t>
            </a:r>
            <a:endParaRPr lang="en-US" sz="2100" b="1">
              <a:solidFill>
                <a:srgbClr val="000000"/>
              </a:solidFill>
              <a:latin typeface="Arial" panose="020B0604020202020204" pitchFamily="34" charset="0"/>
              <a:ea typeface="Inter Medium"/>
              <a:cs typeface="Arial" panose="020B0604020202020204" pitchFamily="34" charset="0"/>
              <a:sym typeface="Inter Medium"/>
            </a:endParaRPr>
          </a:p>
        </p:txBody>
      </p:sp>
      <p:sp>
        <p:nvSpPr>
          <p:cNvPr id="9" name="TextBox 10"/>
          <p:cNvSpPr txBox="1"/>
          <p:nvPr/>
        </p:nvSpPr>
        <p:spPr>
          <a:xfrm>
            <a:off x="533400" y="228600"/>
            <a:ext cx="4953000" cy="1841530"/>
          </a:xfrm>
          <a:prstGeom prst="rect">
            <a:avLst/>
          </a:prstGeom>
        </p:spPr>
        <p:txBody>
          <a:bodyPr wrap="square" lIns="0" tIns="0" rIns="0" bIns="0" rtlCol="0" anchor="t">
            <a:spAutoFit/>
          </a:bodyPr>
          <a:lstStyle/>
          <a:p>
            <a:pPr algn="just">
              <a:lnSpc>
                <a:spcPct val="150000"/>
              </a:lnSpc>
            </a:pPr>
            <a:r>
              <a:rPr lang="en-US" sz="2800" b="1">
                <a:solidFill>
                  <a:srgbClr val="000000"/>
                </a:solidFill>
                <a:latin typeface="Arial" panose="020B0604020202020204" pitchFamily="34" charset="0"/>
                <a:ea typeface="Inter Bold"/>
                <a:cs typeface="Arial" panose="020B0604020202020204" pitchFamily="34" charset="0"/>
                <a:sym typeface="Inter Bold"/>
              </a:rPr>
              <a:t>Giao diện </a:t>
            </a:r>
            <a:r>
              <a:rPr lang="en-US" sz="2800" b="1" smtClean="0">
                <a:solidFill>
                  <a:srgbClr val="000000"/>
                </a:solidFill>
                <a:latin typeface="Arial" panose="020B0604020202020204" pitchFamily="34" charset="0"/>
                <a:ea typeface="Inter Bold"/>
                <a:cs typeface="Arial" panose="020B0604020202020204" pitchFamily="34" charset="0"/>
                <a:sym typeface="Inter Bold"/>
              </a:rPr>
              <a:t>website</a:t>
            </a:r>
            <a:endParaRPr lang="en-US" sz="2800" b="1" smtClean="0">
              <a:solidFill>
                <a:srgbClr val="000000"/>
              </a:solidFill>
              <a:latin typeface="Arial" panose="020B0604020202020204" pitchFamily="34" charset="0"/>
              <a:ea typeface="Inter Bold"/>
              <a:cs typeface="Arial" panose="020B0604020202020204" pitchFamily="34" charset="0"/>
              <a:sym typeface="Inter Bold"/>
            </a:endParaRPr>
          </a:p>
          <a:p>
            <a:pPr algn="just">
              <a:lnSpc>
                <a:spcPct val="150000"/>
              </a:lnSpc>
            </a:pPr>
            <a:r>
              <a:rPr lang="en-US" sz="2400" i="1" smtClean="0">
                <a:solidFill>
                  <a:srgbClr val="000000"/>
                </a:solidFill>
                <a:latin typeface="Arial" panose="020B0604020202020204" pitchFamily="34" charset="0"/>
                <a:ea typeface="Inter Bold"/>
                <a:cs typeface="Arial" panose="020B0604020202020204" pitchFamily="34" charset="0"/>
                <a:sym typeface="Inter Bold"/>
              </a:rPr>
              <a:t>Giao diện trang chủ</a:t>
            </a:r>
            <a:endParaRPr lang="en-US" sz="2400" i="1">
              <a:solidFill>
                <a:srgbClr val="000000"/>
              </a:solidFill>
              <a:latin typeface="Arial" panose="020B0604020202020204" pitchFamily="34" charset="0"/>
              <a:ea typeface="Inter Bold"/>
              <a:cs typeface="Arial" panose="020B0604020202020204" pitchFamily="34" charset="0"/>
              <a:sym typeface="Inter Bold"/>
            </a:endParaRPr>
          </a:p>
          <a:p>
            <a:pPr algn="just">
              <a:lnSpc>
                <a:spcPts val="5040"/>
              </a:lnSpc>
            </a:pPr>
            <a:endParaRPr lang="en-US" sz="2400" b="1">
              <a:solidFill>
                <a:srgbClr val="000000"/>
              </a:solidFill>
              <a:latin typeface="Arial" panose="020B0604020202020204" pitchFamily="34" charset="0"/>
              <a:ea typeface="Inter Bold"/>
              <a:cs typeface="Arial" panose="020B0604020202020204" pitchFamily="34" charset="0"/>
              <a:sym typeface="Inter Bold"/>
            </a:endParaRPr>
          </a:p>
        </p:txBody>
      </p:sp>
      <p:pic>
        <p:nvPicPr>
          <p:cNvPr id="13" name="Picture 12"/>
          <p:cNvPicPr>
            <a:picLocks noChangeAspect="1"/>
          </p:cNvPicPr>
          <p:nvPr/>
        </p:nvPicPr>
        <p:blipFill>
          <a:blip r:embed="rId8"/>
          <a:stretch>
            <a:fillRect/>
          </a:stretch>
        </p:blipFill>
        <p:spPr>
          <a:xfrm>
            <a:off x="271577" y="1524000"/>
            <a:ext cx="8763000" cy="4800600"/>
          </a:xfrm>
          <a:prstGeom prst="rect">
            <a:avLst/>
          </a:prstGeom>
        </p:spPr>
      </p:pic>
    </p:spTree>
    <p:extLst>
      <p:ext uri="{BB962C8B-B14F-4D97-AF65-F5344CB8AC3E}">
        <p14:creationId xmlns:p14="http://schemas.microsoft.com/office/powerpoint/2010/main" val="63247763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sp>
        <p:nvSpPr>
          <p:cNvPr id="10" name="Freeform 10"/>
          <p:cNvSpPr/>
          <p:nvPr/>
        </p:nvSpPr>
        <p:spPr>
          <a:xfrm>
            <a:off x="-983650" y="85113"/>
            <a:ext cx="1447800" cy="1506174"/>
          </a:xfrm>
          <a:custGeom>
            <a:avLst/>
            <a:gdLst/>
            <a:ahLst/>
            <a:cxnLst/>
            <a:rect l="l" t="t" r="r" b="b"/>
            <a:pathLst>
              <a:path w="4062430" h="4114800">
                <a:moveTo>
                  <a:pt x="0" y="0"/>
                </a:moveTo>
                <a:lnTo>
                  <a:pt x="4062430" y="0"/>
                </a:lnTo>
                <a:lnTo>
                  <a:pt x="4062430" y="4114800"/>
                </a:lnTo>
                <a:lnTo>
                  <a:pt x="0" y="4114800"/>
                </a:lnTo>
                <a:lnTo>
                  <a:pt x="0" y="0"/>
                </a:lnTo>
                <a:close/>
              </a:path>
            </a:pathLst>
          </a:custGeom>
          <a:blipFill>
            <a:blip r:embed="rId3">
              <a:extLst>
                <a:ext uri="{96DAC541-7B7A-43D3-8B79-37D633B846F1}">
                  <asvg:svgBlip xmlns:asvg="http://schemas.microsoft.com/office/drawing/2016/SVG/main" xmlns="" r:embed="rId4"/>
                </a:ext>
              </a:extLst>
            </a:blip>
            <a:stretch>
              <a:fillRect/>
            </a:stretch>
          </a:blipFill>
        </p:spPr>
      </p:sp>
      <p:sp>
        <p:nvSpPr>
          <p:cNvPr id="11" name="Freeform 11"/>
          <p:cNvSpPr/>
          <p:nvPr/>
        </p:nvSpPr>
        <p:spPr>
          <a:xfrm>
            <a:off x="-414355" y="6400800"/>
            <a:ext cx="1481155" cy="1295400"/>
          </a:xfrm>
          <a:custGeom>
            <a:avLst/>
            <a:gdLst/>
            <a:ahLst/>
            <a:cxnLst/>
            <a:rect l="l" t="t" r="r" b="b"/>
            <a:pathLst>
              <a:path w="4581255" h="4114800">
                <a:moveTo>
                  <a:pt x="0" y="0"/>
                </a:moveTo>
                <a:lnTo>
                  <a:pt x="4581255" y="0"/>
                </a:lnTo>
                <a:lnTo>
                  <a:pt x="4581255" y="4114800"/>
                </a:lnTo>
                <a:lnTo>
                  <a:pt x="0" y="4114800"/>
                </a:lnTo>
                <a:lnTo>
                  <a:pt x="0" y="0"/>
                </a:lnTo>
                <a:close/>
              </a:path>
            </a:pathLst>
          </a:custGeom>
          <a:blipFill>
            <a:blip r:embed="rId5">
              <a:extLst>
                <a:ext uri="{96DAC541-7B7A-43D3-8B79-37D633B846F1}">
                  <asvg:svgBlip xmlns:asvg="http://schemas.microsoft.com/office/drawing/2016/SVG/main" xmlns="" r:embed="rId6"/>
                </a:ext>
              </a:extLst>
            </a:blip>
            <a:stretch>
              <a:fillRect/>
            </a:stretch>
          </a:blipFill>
        </p:spPr>
      </p:sp>
      <p:sp>
        <p:nvSpPr>
          <p:cNvPr id="14" name="Freeform 14"/>
          <p:cNvSpPr/>
          <p:nvPr/>
        </p:nvSpPr>
        <p:spPr>
          <a:xfrm flipH="1" flipV="1">
            <a:off x="7020213" y="228600"/>
            <a:ext cx="3287730" cy="1211494"/>
          </a:xfrm>
          <a:custGeom>
            <a:avLst/>
            <a:gdLst/>
            <a:ahLst/>
            <a:cxnLst/>
            <a:rect l="l" t="t" r="r" b="b"/>
            <a:pathLst>
              <a:path w="7147278" h="3993541">
                <a:moveTo>
                  <a:pt x="7147278" y="3993542"/>
                </a:moveTo>
                <a:lnTo>
                  <a:pt x="0" y="3993542"/>
                </a:lnTo>
                <a:lnTo>
                  <a:pt x="0" y="0"/>
                </a:lnTo>
                <a:lnTo>
                  <a:pt x="7147278" y="0"/>
                </a:lnTo>
                <a:lnTo>
                  <a:pt x="7147278" y="3993542"/>
                </a:lnTo>
                <a:close/>
              </a:path>
            </a:pathLst>
          </a:custGeom>
          <a:blipFill>
            <a:blip r:embed="rId7"/>
            <a:stretch>
              <a:fillRect/>
            </a:stretch>
          </a:blipFill>
        </p:spPr>
      </p:sp>
      <p:sp>
        <p:nvSpPr>
          <p:cNvPr id="18" name="TextBox 4"/>
          <p:cNvSpPr txBox="1"/>
          <p:nvPr/>
        </p:nvSpPr>
        <p:spPr>
          <a:xfrm>
            <a:off x="7270829" y="6324600"/>
            <a:ext cx="1393249" cy="340221"/>
          </a:xfrm>
          <a:prstGeom prst="rect">
            <a:avLst/>
          </a:prstGeom>
        </p:spPr>
        <p:txBody>
          <a:bodyPr lIns="0" tIns="0" rIns="0" bIns="0" rtlCol="0" anchor="t">
            <a:spAutoFit/>
          </a:bodyPr>
          <a:lstStyle/>
          <a:p>
            <a:pPr algn="r">
              <a:lnSpc>
                <a:spcPts val="2940"/>
              </a:lnSpc>
              <a:spcBef>
                <a:spcPct val="0"/>
              </a:spcBef>
            </a:pPr>
            <a:r>
              <a:rPr lang="en-US" sz="2100" b="1">
                <a:solidFill>
                  <a:srgbClr val="000000"/>
                </a:solidFill>
                <a:latin typeface="Arial" panose="020B0604020202020204" pitchFamily="34" charset="0"/>
                <a:ea typeface="Inter Medium"/>
                <a:cs typeface="Arial" panose="020B0604020202020204" pitchFamily="34" charset="0"/>
                <a:sym typeface="Inter Medium"/>
              </a:rPr>
              <a:t>PAGE </a:t>
            </a:r>
            <a:r>
              <a:rPr lang="en-US" sz="2100" b="1" smtClean="0">
                <a:solidFill>
                  <a:srgbClr val="000000"/>
                </a:solidFill>
                <a:latin typeface="Arial" panose="020B0604020202020204" pitchFamily="34" charset="0"/>
                <a:ea typeface="Inter Medium"/>
                <a:cs typeface="Arial" panose="020B0604020202020204" pitchFamily="34" charset="0"/>
                <a:sym typeface="Inter Medium"/>
              </a:rPr>
              <a:t>12</a:t>
            </a:r>
            <a:endParaRPr lang="en-US" sz="2100" b="1">
              <a:solidFill>
                <a:srgbClr val="000000"/>
              </a:solidFill>
              <a:latin typeface="Arial" panose="020B0604020202020204" pitchFamily="34" charset="0"/>
              <a:ea typeface="Inter Medium"/>
              <a:cs typeface="Arial" panose="020B0604020202020204" pitchFamily="34" charset="0"/>
              <a:sym typeface="Inter Medium"/>
            </a:endParaRPr>
          </a:p>
        </p:txBody>
      </p:sp>
      <p:sp>
        <p:nvSpPr>
          <p:cNvPr id="9" name="TextBox 10"/>
          <p:cNvSpPr txBox="1"/>
          <p:nvPr/>
        </p:nvSpPr>
        <p:spPr>
          <a:xfrm>
            <a:off x="467574" y="-42460"/>
            <a:ext cx="4333025" cy="1841530"/>
          </a:xfrm>
          <a:prstGeom prst="rect">
            <a:avLst/>
          </a:prstGeom>
        </p:spPr>
        <p:txBody>
          <a:bodyPr wrap="square" lIns="0" tIns="0" rIns="0" bIns="0" rtlCol="0" anchor="t">
            <a:spAutoFit/>
          </a:bodyPr>
          <a:lstStyle/>
          <a:p>
            <a:pPr algn="just">
              <a:lnSpc>
                <a:spcPct val="150000"/>
              </a:lnSpc>
            </a:pPr>
            <a:r>
              <a:rPr lang="en-US" sz="2800" b="1">
                <a:solidFill>
                  <a:srgbClr val="000000"/>
                </a:solidFill>
                <a:latin typeface="Arial" panose="020B0604020202020204" pitchFamily="34" charset="0"/>
                <a:ea typeface="Inter Bold"/>
                <a:cs typeface="Arial" panose="020B0604020202020204" pitchFamily="34" charset="0"/>
                <a:sym typeface="Inter Bold"/>
              </a:rPr>
              <a:t>Giao diện website </a:t>
            </a:r>
            <a:r>
              <a:rPr lang="en-US" sz="2800" b="1" smtClean="0">
                <a:solidFill>
                  <a:srgbClr val="000000"/>
                </a:solidFill>
                <a:latin typeface="Arial" panose="020B0604020202020204" pitchFamily="34" charset="0"/>
                <a:ea typeface="Inter Bold"/>
                <a:cs typeface="Arial" panose="020B0604020202020204" pitchFamily="34" charset="0"/>
                <a:sym typeface="Inter Bold"/>
              </a:rPr>
              <a:t>(2)</a:t>
            </a:r>
          </a:p>
          <a:p>
            <a:pPr algn="just">
              <a:lnSpc>
                <a:spcPct val="150000"/>
              </a:lnSpc>
            </a:pPr>
            <a:r>
              <a:rPr lang="en-US" sz="2400" i="1" smtClean="0">
                <a:solidFill>
                  <a:srgbClr val="000000"/>
                </a:solidFill>
                <a:latin typeface="Arial" panose="020B0604020202020204" pitchFamily="34" charset="0"/>
                <a:ea typeface="Inter Bold"/>
                <a:cs typeface="Arial" panose="020B0604020202020204" pitchFamily="34" charset="0"/>
                <a:sym typeface="Inter Bold"/>
              </a:rPr>
              <a:t>Giao diện trang chủ</a:t>
            </a:r>
            <a:endParaRPr lang="en-US" sz="2400" i="1">
              <a:solidFill>
                <a:srgbClr val="000000"/>
              </a:solidFill>
              <a:latin typeface="Arial" panose="020B0604020202020204" pitchFamily="34" charset="0"/>
              <a:ea typeface="Inter Bold"/>
              <a:cs typeface="Arial" panose="020B0604020202020204" pitchFamily="34" charset="0"/>
              <a:sym typeface="Inter Bold"/>
            </a:endParaRPr>
          </a:p>
          <a:p>
            <a:pPr algn="just">
              <a:lnSpc>
                <a:spcPts val="5040"/>
              </a:lnSpc>
            </a:pPr>
            <a:endParaRPr lang="en-US" sz="2400" b="1">
              <a:solidFill>
                <a:srgbClr val="000000"/>
              </a:solidFill>
              <a:latin typeface="Arial" panose="020B0604020202020204" pitchFamily="34" charset="0"/>
              <a:ea typeface="Inter Bold"/>
              <a:cs typeface="Arial" panose="020B0604020202020204" pitchFamily="34" charset="0"/>
              <a:sym typeface="Inter Bold"/>
            </a:endParaRPr>
          </a:p>
        </p:txBody>
      </p:sp>
      <p:pic>
        <p:nvPicPr>
          <p:cNvPr id="8" name="Picture 7"/>
          <p:cNvPicPr>
            <a:picLocks noChangeAspect="1"/>
          </p:cNvPicPr>
          <p:nvPr/>
        </p:nvPicPr>
        <p:blipFill>
          <a:blip r:embed="rId8"/>
          <a:stretch>
            <a:fillRect/>
          </a:stretch>
        </p:blipFill>
        <p:spPr>
          <a:xfrm>
            <a:off x="356007" y="1121090"/>
            <a:ext cx="8610599" cy="5105400"/>
          </a:xfrm>
          <a:prstGeom prst="rect">
            <a:avLst/>
          </a:prstGeom>
        </p:spPr>
      </p:pic>
    </p:spTree>
    <p:extLst>
      <p:ext uri="{BB962C8B-B14F-4D97-AF65-F5344CB8AC3E}">
        <p14:creationId xmlns:p14="http://schemas.microsoft.com/office/powerpoint/2010/main" val="1199952900"/>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sp>
        <p:nvSpPr>
          <p:cNvPr id="19" name="Title 4"/>
          <p:cNvSpPr>
            <a:spLocks noGrp="1"/>
          </p:cNvSpPr>
          <p:nvPr/>
        </p:nvSpPr>
        <p:spPr>
          <a:xfrm>
            <a:off x="76200" y="75883"/>
            <a:ext cx="8229600" cy="686117"/>
          </a:xfrm>
          <a:prstGeom prst="rect">
            <a:avLst/>
          </a:prstGeom>
        </p:spPr>
        <p:txBody>
          <a:bodyPr vert="horz" lIns="91440" tIns="45720" rIns="91440" bIns="45720" rtlCol="0" anchor="ctr">
            <a:norm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sz="3600" b="1" smtClean="0">
                <a:latin typeface="Arial" panose="020B0604020202020204" pitchFamily="34" charset="0"/>
                <a:cs typeface="Arial" panose="020B0604020202020204" pitchFamily="34" charset="0"/>
              </a:rPr>
              <a:t>TỔNG KẾT</a:t>
            </a:r>
            <a:endParaRPr lang="en-US" dirty="0"/>
          </a:p>
        </p:txBody>
      </p:sp>
      <p:sp>
        <p:nvSpPr>
          <p:cNvPr id="26" name="Rectangle 25"/>
          <p:cNvSpPr/>
          <p:nvPr/>
        </p:nvSpPr>
        <p:spPr>
          <a:xfrm>
            <a:off x="38528" y="990600"/>
            <a:ext cx="9220200" cy="6093976"/>
          </a:xfrm>
          <a:prstGeom prst="rect">
            <a:avLst/>
          </a:prstGeom>
        </p:spPr>
        <p:txBody>
          <a:bodyPr wrap="square">
            <a:spAutoFit/>
          </a:bodyPr>
          <a:lstStyle/>
          <a:p>
            <a:pPr>
              <a:lnSpc>
                <a:spcPct val="150000"/>
              </a:lnSpc>
            </a:pPr>
            <a:r>
              <a:rPr lang="en-US" sz="2400" b="1">
                <a:solidFill>
                  <a:srgbClr val="000000"/>
                </a:solidFill>
                <a:latin typeface="Arial" panose="020B0604020202020204" pitchFamily="34" charset="0"/>
                <a:ea typeface="Inter Bold"/>
                <a:cs typeface="Arial" panose="020B0604020202020204" pitchFamily="34" charset="0"/>
                <a:sym typeface="Inter Bold"/>
              </a:rPr>
              <a:t>Kết quả đạt được</a:t>
            </a:r>
          </a:p>
          <a:p>
            <a:pPr marL="342900" indent="-342900">
              <a:lnSpc>
                <a:spcPct val="150000"/>
              </a:lnSpc>
              <a:buFont typeface="Arial" panose="020B0604020202020204" pitchFamily="34" charset="0"/>
              <a:buChar char="•"/>
            </a:pPr>
            <a:r>
              <a:rPr lang="vi-VN" sz="2400">
                <a:solidFill>
                  <a:srgbClr val="000000"/>
                </a:solidFill>
                <a:ea typeface="Inter"/>
                <a:cs typeface="Arial" panose="020B0604020202020204" pitchFamily="34" charset="0"/>
                <a:sym typeface="Inter"/>
              </a:rPr>
              <a:t>Xây dựng được website quản lý thư viện cơ bản</a:t>
            </a:r>
            <a:r>
              <a:rPr lang="vi-VN" sz="2400" smtClean="0">
                <a:solidFill>
                  <a:srgbClr val="000000"/>
                </a:solidFill>
                <a:ea typeface="Inter"/>
                <a:cs typeface="Arial" panose="020B0604020202020204" pitchFamily="34" charset="0"/>
                <a:sym typeface="Inter"/>
              </a:rPr>
              <a:t>.</a:t>
            </a:r>
            <a:endParaRPr lang="en-US" sz="2400" smtClean="0">
              <a:solidFill>
                <a:srgbClr val="000000"/>
              </a:solidFill>
              <a:ea typeface="Inter"/>
              <a:cs typeface="Arial" panose="020B0604020202020204" pitchFamily="34" charset="0"/>
              <a:sym typeface="Inter"/>
            </a:endParaRPr>
          </a:p>
          <a:p>
            <a:pPr marL="342900" indent="-342900">
              <a:lnSpc>
                <a:spcPct val="150000"/>
              </a:lnSpc>
              <a:buFont typeface="Arial" panose="020B0604020202020204" pitchFamily="34" charset="0"/>
              <a:buChar char="•"/>
            </a:pPr>
            <a:r>
              <a:rPr lang="vi-VN" sz="2400" smtClean="0">
                <a:solidFill>
                  <a:srgbClr val="000000"/>
                </a:solidFill>
                <a:ea typeface="Inter"/>
                <a:cs typeface="Arial" panose="020B0604020202020204" pitchFamily="34" charset="0"/>
                <a:sym typeface="Inter"/>
              </a:rPr>
              <a:t>Giao </a:t>
            </a:r>
            <a:r>
              <a:rPr lang="vi-VN" sz="2400">
                <a:solidFill>
                  <a:srgbClr val="000000"/>
                </a:solidFill>
                <a:ea typeface="Inter"/>
                <a:cs typeface="Arial" panose="020B0604020202020204" pitchFamily="34" charset="0"/>
                <a:sym typeface="Inter"/>
              </a:rPr>
              <a:t>diện tương đối hoàn chỉnh, đáp ứng các chức năng đề ra</a:t>
            </a:r>
            <a:r>
              <a:rPr lang="vi-VN" sz="2400" smtClean="0">
                <a:solidFill>
                  <a:srgbClr val="000000"/>
                </a:solidFill>
                <a:ea typeface="Inter"/>
                <a:cs typeface="Arial" panose="020B0604020202020204" pitchFamily="34" charset="0"/>
                <a:sym typeface="Inter"/>
              </a:rPr>
              <a:t>.</a:t>
            </a:r>
            <a:endParaRPr lang="en-US" sz="2400" smtClean="0">
              <a:solidFill>
                <a:srgbClr val="000000"/>
              </a:solidFill>
              <a:ea typeface="Inter"/>
              <a:cs typeface="Arial" panose="020B0604020202020204" pitchFamily="34" charset="0"/>
              <a:sym typeface="Inter"/>
            </a:endParaRPr>
          </a:p>
          <a:p>
            <a:pPr>
              <a:lnSpc>
                <a:spcPct val="150000"/>
              </a:lnSpc>
            </a:pPr>
            <a:r>
              <a:rPr lang="en-US" sz="2400" b="1" smtClean="0">
                <a:solidFill>
                  <a:srgbClr val="000000"/>
                </a:solidFill>
                <a:latin typeface="Arial" panose="020B0604020202020204" pitchFamily="34" charset="0"/>
                <a:ea typeface="Inter Bold"/>
                <a:cs typeface="Arial" panose="020B0604020202020204" pitchFamily="34" charset="0"/>
                <a:sym typeface="Inter Bold"/>
              </a:rPr>
              <a:t>Hạn </a:t>
            </a:r>
            <a:r>
              <a:rPr lang="en-US" sz="2400" b="1">
                <a:solidFill>
                  <a:srgbClr val="000000"/>
                </a:solidFill>
                <a:latin typeface="Arial" panose="020B0604020202020204" pitchFamily="34" charset="0"/>
                <a:ea typeface="Inter Bold"/>
                <a:cs typeface="Arial" panose="020B0604020202020204" pitchFamily="34" charset="0"/>
                <a:sym typeface="Inter Bold"/>
              </a:rPr>
              <a:t>chế</a:t>
            </a:r>
          </a:p>
          <a:p>
            <a:pPr marL="342900" indent="-342900">
              <a:lnSpc>
                <a:spcPct val="150000"/>
              </a:lnSpc>
              <a:buFont typeface="Arial" panose="020B0604020202020204" pitchFamily="34" charset="0"/>
              <a:buChar char="•"/>
            </a:pPr>
            <a:r>
              <a:rPr lang="vi-VN" sz="2400">
                <a:solidFill>
                  <a:srgbClr val="000000"/>
                </a:solidFill>
                <a:ea typeface="Inter"/>
                <a:cs typeface="Arial" panose="020B0604020202020204" pitchFamily="34" charset="0"/>
                <a:sym typeface="Inter"/>
              </a:rPr>
              <a:t>Giao diện và màu sắc chưa thật sự chuyên nghiệp</a:t>
            </a:r>
            <a:r>
              <a:rPr lang="vi-VN" sz="2400" smtClean="0">
                <a:solidFill>
                  <a:srgbClr val="000000"/>
                </a:solidFill>
                <a:ea typeface="Inter"/>
                <a:cs typeface="Arial" panose="020B0604020202020204" pitchFamily="34" charset="0"/>
                <a:sym typeface="Inter"/>
              </a:rPr>
              <a:t>.</a:t>
            </a:r>
            <a:endParaRPr lang="en-US" sz="2400" smtClean="0">
              <a:solidFill>
                <a:srgbClr val="000000"/>
              </a:solidFill>
              <a:ea typeface="Inter"/>
              <a:cs typeface="Arial" panose="020B0604020202020204" pitchFamily="34" charset="0"/>
              <a:sym typeface="Inter"/>
            </a:endParaRPr>
          </a:p>
          <a:p>
            <a:pPr marL="342900" indent="-342900">
              <a:lnSpc>
                <a:spcPct val="150000"/>
              </a:lnSpc>
              <a:buFont typeface="Arial" panose="020B0604020202020204" pitchFamily="34" charset="0"/>
              <a:buChar char="•"/>
            </a:pPr>
            <a:r>
              <a:rPr lang="vi-VN" sz="2400" smtClean="0">
                <a:solidFill>
                  <a:srgbClr val="000000"/>
                </a:solidFill>
                <a:ea typeface="Inter"/>
                <a:cs typeface="Arial" panose="020B0604020202020204" pitchFamily="34" charset="0"/>
                <a:sym typeface="Inter"/>
              </a:rPr>
              <a:t>Một </a:t>
            </a:r>
            <a:r>
              <a:rPr lang="vi-VN" sz="2400">
                <a:solidFill>
                  <a:srgbClr val="000000"/>
                </a:solidFill>
                <a:ea typeface="Inter"/>
                <a:cs typeface="Arial" panose="020B0604020202020204" pitchFamily="34" charset="0"/>
                <a:sym typeface="Inter"/>
              </a:rPr>
              <a:t>số chức năng còn sai sót, chưa hoàn thiện</a:t>
            </a:r>
            <a:r>
              <a:rPr lang="vi-VN" sz="2400" smtClean="0">
                <a:solidFill>
                  <a:srgbClr val="000000"/>
                </a:solidFill>
                <a:ea typeface="Inter"/>
                <a:cs typeface="Arial" panose="020B0604020202020204" pitchFamily="34" charset="0"/>
                <a:sym typeface="Inter"/>
              </a:rPr>
              <a:t>.</a:t>
            </a:r>
            <a:endParaRPr lang="en-US" sz="2400" smtClean="0">
              <a:solidFill>
                <a:srgbClr val="000000"/>
              </a:solidFill>
              <a:ea typeface="Inter"/>
              <a:cs typeface="Arial" panose="020B0604020202020204" pitchFamily="34" charset="0"/>
              <a:sym typeface="Inter"/>
            </a:endParaRPr>
          </a:p>
          <a:p>
            <a:pPr marL="342900" indent="-342900">
              <a:lnSpc>
                <a:spcPct val="150000"/>
              </a:lnSpc>
              <a:buFont typeface="Arial" panose="020B0604020202020204" pitchFamily="34" charset="0"/>
              <a:buChar char="•"/>
            </a:pPr>
            <a:r>
              <a:rPr lang="vi-VN" sz="2400" smtClean="0">
                <a:solidFill>
                  <a:srgbClr val="000000"/>
                </a:solidFill>
                <a:ea typeface="Inter"/>
                <a:cs typeface="Arial" panose="020B0604020202020204" pitchFamily="34" charset="0"/>
                <a:sym typeface="Inter"/>
              </a:rPr>
              <a:t>Phạm </a:t>
            </a:r>
            <a:r>
              <a:rPr lang="vi-VN" sz="2400">
                <a:solidFill>
                  <a:srgbClr val="000000"/>
                </a:solidFill>
                <a:ea typeface="Inter"/>
                <a:cs typeface="Arial" panose="020B0604020202020204" pitchFamily="34" charset="0"/>
                <a:sym typeface="Inter"/>
              </a:rPr>
              <a:t>vi chức năng và mức độ bảo mật còn hạn chế</a:t>
            </a:r>
            <a:r>
              <a:rPr lang="vi-VN" sz="2400" smtClean="0">
                <a:solidFill>
                  <a:srgbClr val="000000"/>
                </a:solidFill>
                <a:ea typeface="Inter"/>
                <a:cs typeface="Arial" panose="020B0604020202020204" pitchFamily="34" charset="0"/>
                <a:sym typeface="Inter"/>
              </a:rPr>
              <a:t>.</a:t>
            </a:r>
            <a:endParaRPr lang="en-US" sz="2400" smtClean="0">
              <a:solidFill>
                <a:srgbClr val="000000"/>
              </a:solidFill>
              <a:ea typeface="Inter"/>
              <a:cs typeface="Arial" panose="020B0604020202020204" pitchFamily="34" charset="0"/>
              <a:sym typeface="Inter"/>
            </a:endParaRPr>
          </a:p>
          <a:p>
            <a:pPr>
              <a:lnSpc>
                <a:spcPct val="150000"/>
              </a:lnSpc>
            </a:pPr>
            <a:r>
              <a:rPr lang="en-US" sz="2400" b="1" smtClean="0">
                <a:solidFill>
                  <a:srgbClr val="000000"/>
                </a:solidFill>
                <a:latin typeface="Arial" panose="020B0604020202020204" pitchFamily="34" charset="0"/>
                <a:ea typeface="Inter Bold"/>
                <a:cs typeface="Arial" panose="020B0604020202020204" pitchFamily="34" charset="0"/>
                <a:sym typeface="Inter Bold"/>
              </a:rPr>
              <a:t>Hướng </a:t>
            </a:r>
            <a:r>
              <a:rPr lang="en-US" sz="2400" b="1">
                <a:solidFill>
                  <a:srgbClr val="000000"/>
                </a:solidFill>
                <a:latin typeface="Arial" panose="020B0604020202020204" pitchFamily="34" charset="0"/>
                <a:ea typeface="Inter Bold"/>
                <a:cs typeface="Arial" panose="020B0604020202020204" pitchFamily="34" charset="0"/>
                <a:sym typeface="Inter Bold"/>
              </a:rPr>
              <a:t>phát triển</a:t>
            </a:r>
          </a:p>
          <a:p>
            <a:pPr marL="342900" indent="-342900">
              <a:lnSpc>
                <a:spcPct val="150000"/>
              </a:lnSpc>
              <a:buFont typeface="Arial" panose="020B0604020202020204" pitchFamily="34" charset="0"/>
              <a:buChar char="•"/>
            </a:pPr>
            <a:r>
              <a:rPr lang="vi-VN" sz="2400">
                <a:solidFill>
                  <a:srgbClr val="000000"/>
                </a:solidFill>
                <a:ea typeface="Inter"/>
                <a:cs typeface="Arial" panose="020B0604020202020204" pitchFamily="34" charset="0"/>
                <a:sym typeface="Inter"/>
              </a:rPr>
              <a:t>Tích hợp mã vạch để tự động hóa quy trình mượn – trả</a:t>
            </a:r>
            <a:r>
              <a:rPr lang="vi-VN" sz="2400" smtClean="0">
                <a:solidFill>
                  <a:srgbClr val="000000"/>
                </a:solidFill>
                <a:ea typeface="Inter"/>
                <a:cs typeface="Arial" panose="020B0604020202020204" pitchFamily="34" charset="0"/>
                <a:sym typeface="Inter"/>
              </a:rPr>
              <a:t>.</a:t>
            </a:r>
            <a:endParaRPr lang="en-US" sz="2400" smtClean="0">
              <a:solidFill>
                <a:srgbClr val="000000"/>
              </a:solidFill>
              <a:ea typeface="Inter"/>
              <a:cs typeface="Arial" panose="020B0604020202020204" pitchFamily="34" charset="0"/>
              <a:sym typeface="Inter"/>
            </a:endParaRPr>
          </a:p>
          <a:p>
            <a:pPr marL="342900" indent="-342900">
              <a:lnSpc>
                <a:spcPct val="150000"/>
              </a:lnSpc>
              <a:buFont typeface="Arial" panose="020B0604020202020204" pitchFamily="34" charset="0"/>
              <a:buChar char="•"/>
            </a:pPr>
            <a:r>
              <a:rPr lang="vi-VN" sz="2400" smtClean="0">
                <a:solidFill>
                  <a:srgbClr val="000000"/>
                </a:solidFill>
                <a:ea typeface="Inter"/>
                <a:cs typeface="Arial" panose="020B0604020202020204" pitchFamily="34" charset="0"/>
                <a:sym typeface="Inter"/>
              </a:rPr>
              <a:t>Bổ </a:t>
            </a:r>
            <a:r>
              <a:rPr lang="vi-VN" sz="2400">
                <a:solidFill>
                  <a:srgbClr val="000000"/>
                </a:solidFill>
                <a:ea typeface="Inter"/>
                <a:cs typeface="Arial" panose="020B0604020202020204" pitchFamily="34" charset="0"/>
                <a:sym typeface="Inter"/>
              </a:rPr>
              <a:t>sung chức năng đặt sách trực tuyến, gia hạn mượn.</a:t>
            </a:r>
            <a:endParaRPr lang="en-US" sz="2400">
              <a:solidFill>
                <a:srgbClr val="000000"/>
              </a:solidFill>
              <a:latin typeface="Arial" panose="020B0604020202020204" pitchFamily="34" charset="0"/>
              <a:ea typeface="Inter"/>
              <a:cs typeface="Arial" panose="020B0604020202020204" pitchFamily="34" charset="0"/>
              <a:sym typeface="Inter"/>
            </a:endParaRPr>
          </a:p>
          <a:p>
            <a:pPr>
              <a:lnSpc>
                <a:spcPct val="150000"/>
              </a:lnSpc>
            </a:pPr>
            <a:endParaRPr lang="en-US" sz="2000">
              <a:solidFill>
                <a:srgbClr val="000000"/>
              </a:solidFill>
              <a:latin typeface="Arial" panose="020B0604020202020204" pitchFamily="34" charset="0"/>
              <a:ea typeface="Inter"/>
              <a:cs typeface="Arial" panose="020B0604020202020204" pitchFamily="34" charset="0"/>
              <a:sym typeface="Inter"/>
            </a:endParaRPr>
          </a:p>
        </p:txBody>
      </p:sp>
    </p:spTree>
    <p:extLst>
      <p:ext uri="{BB962C8B-B14F-4D97-AF65-F5344CB8AC3E}">
        <p14:creationId xmlns:p14="http://schemas.microsoft.com/office/powerpoint/2010/main" val="519812287"/>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sp>
        <p:nvSpPr>
          <p:cNvPr id="3" name="Freeform 3"/>
          <p:cNvSpPr/>
          <p:nvPr/>
        </p:nvSpPr>
        <p:spPr>
          <a:xfrm>
            <a:off x="-326319" y="496303"/>
            <a:ext cx="2031215" cy="2057400"/>
          </a:xfrm>
          <a:custGeom>
            <a:avLst/>
            <a:gdLst/>
            <a:ahLst/>
            <a:cxnLst/>
            <a:rect l="l" t="t" r="r" b="b"/>
            <a:pathLst>
              <a:path w="4062430" h="4114800">
                <a:moveTo>
                  <a:pt x="0" y="0"/>
                </a:moveTo>
                <a:lnTo>
                  <a:pt x="4062429" y="0"/>
                </a:lnTo>
                <a:lnTo>
                  <a:pt x="4062429" y="4114800"/>
                </a:lnTo>
                <a:lnTo>
                  <a:pt x="0" y="4114800"/>
                </a:lnTo>
                <a:lnTo>
                  <a:pt x="0" y="0"/>
                </a:lnTo>
                <a:close/>
              </a:path>
            </a:pathLst>
          </a:custGeom>
          <a:blipFill>
            <a:blip r:embed="rId3">
              <a:extLst>
                <a:ext uri="{96DAC541-7B7A-43D3-8B79-37D633B846F1}">
                  <asvg:svgBlip xmlns:asvg="http://schemas.microsoft.com/office/drawing/2016/SVG/main" xmlns="" r:embed="rId4"/>
                </a:ext>
              </a:extLst>
            </a:blip>
            <a:stretch>
              <a:fillRect/>
            </a:stretch>
          </a:blipFill>
        </p:spPr>
      </p:sp>
      <p:sp>
        <p:nvSpPr>
          <p:cNvPr id="4" name="Freeform 4"/>
          <p:cNvSpPr/>
          <p:nvPr/>
        </p:nvSpPr>
        <p:spPr>
          <a:xfrm>
            <a:off x="-604442" y="4377796"/>
            <a:ext cx="2587461" cy="2586383"/>
          </a:xfrm>
          <a:custGeom>
            <a:avLst/>
            <a:gdLst/>
            <a:ahLst/>
            <a:cxnLst/>
            <a:rect l="l" t="t" r="r" b="b"/>
            <a:pathLst>
              <a:path w="5174922" h="5172766">
                <a:moveTo>
                  <a:pt x="0" y="0"/>
                </a:moveTo>
                <a:lnTo>
                  <a:pt x="5174923" y="0"/>
                </a:lnTo>
                <a:lnTo>
                  <a:pt x="5174923" y="5172766"/>
                </a:lnTo>
                <a:lnTo>
                  <a:pt x="0" y="5172766"/>
                </a:lnTo>
                <a:lnTo>
                  <a:pt x="0" y="0"/>
                </a:lnTo>
                <a:close/>
              </a:path>
            </a:pathLst>
          </a:custGeom>
          <a:blipFill>
            <a:blip r:embed="rId5"/>
            <a:stretch>
              <a:fillRect/>
            </a:stretch>
          </a:blipFill>
        </p:spPr>
      </p:sp>
      <p:sp>
        <p:nvSpPr>
          <p:cNvPr id="5" name="Freeform 5"/>
          <p:cNvSpPr/>
          <p:nvPr/>
        </p:nvSpPr>
        <p:spPr>
          <a:xfrm>
            <a:off x="7239000" y="3505199"/>
            <a:ext cx="3289182" cy="3259163"/>
          </a:xfrm>
          <a:custGeom>
            <a:avLst/>
            <a:gdLst/>
            <a:ahLst/>
            <a:cxnLst/>
            <a:rect l="l" t="t" r="r" b="b"/>
            <a:pathLst>
              <a:path w="6733446" h="7030847">
                <a:moveTo>
                  <a:pt x="0" y="0"/>
                </a:moveTo>
                <a:lnTo>
                  <a:pt x="6733447" y="0"/>
                </a:lnTo>
                <a:lnTo>
                  <a:pt x="6733447" y="7030846"/>
                </a:lnTo>
                <a:lnTo>
                  <a:pt x="0" y="7030846"/>
                </a:lnTo>
                <a:lnTo>
                  <a:pt x="0" y="0"/>
                </a:lnTo>
                <a:close/>
              </a:path>
            </a:pathLst>
          </a:custGeom>
          <a:blipFill>
            <a:blip r:embed="rId6">
              <a:extLst>
                <a:ext uri="{96DAC541-7B7A-43D3-8B79-37D633B846F1}">
                  <asvg:svgBlip xmlns:asvg="http://schemas.microsoft.com/office/drawing/2016/SVG/main" xmlns="" r:embed="rId7"/>
                </a:ext>
              </a:extLst>
            </a:blip>
            <a:stretch>
              <a:fillRect/>
            </a:stretch>
          </a:blipFill>
        </p:spPr>
      </p:sp>
      <p:sp>
        <p:nvSpPr>
          <p:cNvPr id="6" name="Freeform 6"/>
          <p:cNvSpPr/>
          <p:nvPr/>
        </p:nvSpPr>
        <p:spPr>
          <a:xfrm>
            <a:off x="7467600" y="78409"/>
            <a:ext cx="2561161" cy="2443615"/>
          </a:xfrm>
          <a:custGeom>
            <a:avLst/>
            <a:gdLst/>
            <a:ahLst/>
            <a:cxnLst/>
            <a:rect l="l" t="t" r="r" b="b"/>
            <a:pathLst>
              <a:path w="5174922" h="5172766">
                <a:moveTo>
                  <a:pt x="0" y="0"/>
                </a:moveTo>
                <a:lnTo>
                  <a:pt x="5174922" y="0"/>
                </a:lnTo>
                <a:lnTo>
                  <a:pt x="5174922" y="5172766"/>
                </a:lnTo>
                <a:lnTo>
                  <a:pt x="0" y="5172766"/>
                </a:lnTo>
                <a:lnTo>
                  <a:pt x="0" y="0"/>
                </a:lnTo>
                <a:close/>
              </a:path>
            </a:pathLst>
          </a:custGeom>
          <a:blipFill>
            <a:blip r:embed="rId5"/>
            <a:stretch>
              <a:fillRect/>
            </a:stretch>
          </a:blipFill>
        </p:spPr>
      </p:sp>
      <p:sp>
        <p:nvSpPr>
          <p:cNvPr id="7" name="Freeform 7"/>
          <p:cNvSpPr/>
          <p:nvPr/>
        </p:nvSpPr>
        <p:spPr>
          <a:xfrm>
            <a:off x="3150356" y="-87713"/>
            <a:ext cx="2210098" cy="2057400"/>
          </a:xfrm>
          <a:custGeom>
            <a:avLst/>
            <a:gdLst/>
            <a:ahLst/>
            <a:cxnLst/>
            <a:rect l="l" t="t" r="r" b="b"/>
            <a:pathLst>
              <a:path w="4420195" h="4114800">
                <a:moveTo>
                  <a:pt x="0" y="0"/>
                </a:moveTo>
                <a:lnTo>
                  <a:pt x="4420195" y="0"/>
                </a:lnTo>
                <a:lnTo>
                  <a:pt x="4420195" y="4114800"/>
                </a:lnTo>
                <a:lnTo>
                  <a:pt x="0" y="4114800"/>
                </a:lnTo>
                <a:lnTo>
                  <a:pt x="0" y="0"/>
                </a:lnTo>
                <a:close/>
              </a:path>
            </a:pathLst>
          </a:custGeom>
          <a:blipFill>
            <a:blip r:embed="rId8">
              <a:alphaModFix amt="46000"/>
              <a:extLst>
                <a:ext uri="{96DAC541-7B7A-43D3-8B79-37D633B846F1}">
                  <asvg:svgBlip xmlns:asvg="http://schemas.microsoft.com/office/drawing/2016/SVG/main" xmlns="" r:embed="rId9"/>
                </a:ext>
              </a:extLst>
            </a:blip>
            <a:stretch>
              <a:fillRect/>
            </a:stretch>
          </a:blipFill>
        </p:spPr>
      </p:sp>
      <p:sp>
        <p:nvSpPr>
          <p:cNvPr id="8" name="Freeform 8"/>
          <p:cNvSpPr/>
          <p:nvPr/>
        </p:nvSpPr>
        <p:spPr>
          <a:xfrm rot="-10321493">
            <a:off x="3150356" y="5033314"/>
            <a:ext cx="2210098" cy="2057400"/>
          </a:xfrm>
          <a:custGeom>
            <a:avLst/>
            <a:gdLst/>
            <a:ahLst/>
            <a:cxnLst/>
            <a:rect l="l" t="t" r="r" b="b"/>
            <a:pathLst>
              <a:path w="4420195" h="4114800">
                <a:moveTo>
                  <a:pt x="0" y="0"/>
                </a:moveTo>
                <a:lnTo>
                  <a:pt x="4420195" y="0"/>
                </a:lnTo>
                <a:lnTo>
                  <a:pt x="4420195" y="4114800"/>
                </a:lnTo>
                <a:lnTo>
                  <a:pt x="0" y="4114800"/>
                </a:lnTo>
                <a:lnTo>
                  <a:pt x="0" y="0"/>
                </a:lnTo>
                <a:close/>
              </a:path>
            </a:pathLst>
          </a:custGeom>
          <a:blipFill>
            <a:blip r:embed="rId8">
              <a:alphaModFix amt="46000"/>
              <a:extLst>
                <a:ext uri="{96DAC541-7B7A-43D3-8B79-37D633B846F1}">
                  <asvg:svgBlip xmlns:asvg="http://schemas.microsoft.com/office/drawing/2016/SVG/main" xmlns="" r:embed="rId9"/>
                </a:ext>
              </a:extLst>
            </a:blip>
            <a:stretch>
              <a:fillRect/>
            </a:stretch>
          </a:blipFill>
        </p:spPr>
      </p:sp>
      <p:sp>
        <p:nvSpPr>
          <p:cNvPr id="10" name="Title 4"/>
          <p:cNvSpPr>
            <a:spLocks noGrp="1"/>
          </p:cNvSpPr>
          <p:nvPr/>
        </p:nvSpPr>
        <p:spPr>
          <a:xfrm>
            <a:off x="140605" y="2967992"/>
            <a:ext cx="8229600" cy="686117"/>
          </a:xfrm>
          <a:prstGeom prst="rect">
            <a:avLst/>
          </a:prstGeom>
        </p:spPr>
        <p:txBody>
          <a:bodyPr vert="horz" lIns="91440" tIns="45720" rIns="91440" bIns="45720" rtlCol="0" anchor="ctr">
            <a:noAutofit/>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en-US" sz="4000" b="1" smtClean="0">
                <a:latin typeface="Arial" panose="020B0604020202020204" pitchFamily="34" charset="0"/>
                <a:cs typeface="Arial" panose="020B0604020202020204" pitchFamily="34" charset="0"/>
              </a:rPr>
              <a:t>CÁM ƠN THẦY, CÔ ĐÃ CHÚ Ý LẮNG NGHE</a:t>
            </a:r>
            <a:endParaRPr lang="en-US" dirty="0"/>
          </a:p>
        </p:txBody>
      </p:sp>
    </p:spTree>
    <p:extLst>
      <p:ext uri="{BB962C8B-B14F-4D97-AF65-F5344CB8AC3E}">
        <p14:creationId xmlns:p14="http://schemas.microsoft.com/office/powerpoint/2010/main" val="16545107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EF6F3"/>
        </a:solidFill>
        <a:effectLst/>
      </p:bgPr>
    </p:bg>
    <p:spTree>
      <p:nvGrpSpPr>
        <p:cNvPr id="1" name=""/>
        <p:cNvGrpSpPr/>
        <p:nvPr/>
      </p:nvGrpSpPr>
      <p:grpSpPr>
        <a:xfrm>
          <a:off x="0" y="0"/>
          <a:ext cx="0" cy="0"/>
          <a:chOff x="0" y="0"/>
          <a:chExt cx="0" cy="0"/>
        </a:xfrm>
      </p:grpSpPr>
      <p:pic>
        <p:nvPicPr>
          <p:cNvPr id="13" name="Picture 2" descr="D:\logo-tron.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4938" y="115888"/>
            <a:ext cx="1773237" cy="17732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Rectangle 13"/>
          <p:cNvSpPr/>
          <p:nvPr/>
        </p:nvSpPr>
        <p:spPr>
          <a:xfrm>
            <a:off x="1895582" y="609600"/>
            <a:ext cx="7239000" cy="584775"/>
          </a:xfrm>
          <a:prstGeom prst="rect">
            <a:avLst/>
          </a:prstGeom>
        </p:spPr>
        <p:txBody>
          <a:bodyPr wrap="square">
            <a:spAutoFit/>
          </a:bodyPr>
          <a:lstStyle/>
          <a:p>
            <a:pPr algn="ctr">
              <a:defRPr/>
            </a:pPr>
            <a:r>
              <a:rPr lang="en-US" sz="3200" b="1" smtClean="0">
                <a:ln w="12700">
                  <a:solidFill>
                    <a:schemeClr val="tx1"/>
                  </a:solidFill>
                  <a:prstDash val="solid"/>
                </a:ln>
                <a:effectLst>
                  <a:outerShdw blurRad="41275" dist="20320" dir="1800000" algn="tl" rotWithShape="0">
                    <a:srgbClr val="000000">
                      <a:alpha val="40000"/>
                    </a:srgbClr>
                  </a:outerShdw>
                </a:effectLst>
                <a:latin typeface="Arial" panose="020B0604020202020204" pitchFamily="34" charset="0"/>
                <a:cs typeface="Arial" panose="020B0604020202020204" pitchFamily="34" charset="0"/>
              </a:rPr>
              <a:t>TRƯỜNG </a:t>
            </a:r>
            <a:r>
              <a:rPr lang="en-US" sz="3200" b="1">
                <a:ln w="12700">
                  <a:solidFill>
                    <a:schemeClr val="tx1"/>
                  </a:solidFill>
                  <a:prstDash val="solid"/>
                </a:ln>
                <a:effectLst>
                  <a:outerShdw blurRad="41275" dist="20320" dir="1800000" algn="tl" rotWithShape="0">
                    <a:srgbClr val="000000">
                      <a:alpha val="40000"/>
                    </a:srgbClr>
                  </a:outerShdw>
                </a:effectLst>
                <a:latin typeface="Arial" panose="020B0604020202020204" pitchFamily="34" charset="0"/>
                <a:cs typeface="Arial" panose="020B0604020202020204" pitchFamily="34" charset="0"/>
              </a:rPr>
              <a:t>KỸ THUẬT &amp; CÔNG NGHỆ</a:t>
            </a:r>
            <a:endParaRPr lang="en-US" sz="3200" b="1" dirty="0">
              <a:ln w="12700">
                <a:solidFill>
                  <a:schemeClr val="tx1"/>
                </a:solidFill>
                <a:prstDash val="solid"/>
              </a:ln>
              <a:effectLst>
                <a:outerShdw blurRad="41275" dist="20320" dir="1800000" algn="tl" rotWithShape="0">
                  <a:srgbClr val="000000">
                    <a:alpha val="40000"/>
                  </a:srgbClr>
                </a:outerShdw>
              </a:effectLst>
              <a:latin typeface="Arial" panose="020B0604020202020204" pitchFamily="34" charset="0"/>
              <a:cs typeface="Arial" panose="020B0604020202020204" pitchFamily="34" charset="0"/>
            </a:endParaRPr>
          </a:p>
        </p:txBody>
      </p:sp>
      <p:sp>
        <p:nvSpPr>
          <p:cNvPr id="15" name="Rectangle 14"/>
          <p:cNvSpPr/>
          <p:nvPr/>
        </p:nvSpPr>
        <p:spPr>
          <a:xfrm>
            <a:off x="-75961" y="1986677"/>
            <a:ext cx="9296400" cy="2585323"/>
          </a:xfrm>
          <a:prstGeom prst="rect">
            <a:avLst/>
          </a:prstGeom>
        </p:spPr>
        <p:txBody>
          <a:bodyPr wrap="square">
            <a:spAutoFit/>
          </a:bodyPr>
          <a:lstStyle/>
          <a:p>
            <a:pPr algn="ctr">
              <a:lnSpc>
                <a:spcPct val="150000"/>
              </a:lnSpc>
              <a:spcBef>
                <a:spcPct val="0"/>
              </a:spcBef>
            </a:pPr>
            <a:r>
              <a:rPr lang="en-US" sz="3600" b="1">
                <a:solidFill>
                  <a:srgbClr val="000000"/>
                </a:solidFill>
                <a:latin typeface="Arial" panose="020B0604020202020204" pitchFamily="34" charset="0"/>
                <a:ea typeface="Red Hat Display Bold"/>
                <a:cs typeface="Arial" panose="020B0604020202020204" pitchFamily="34" charset="0"/>
                <a:sym typeface="Red Hat Display Bold"/>
              </a:rPr>
              <a:t>THIẾT KẾ WEBSITE </a:t>
            </a:r>
          </a:p>
          <a:p>
            <a:pPr algn="ctr">
              <a:lnSpc>
                <a:spcPct val="150000"/>
              </a:lnSpc>
              <a:spcBef>
                <a:spcPct val="0"/>
              </a:spcBef>
            </a:pPr>
            <a:r>
              <a:rPr lang="en-US" sz="3600" b="1">
                <a:solidFill>
                  <a:srgbClr val="000000"/>
                </a:solidFill>
                <a:latin typeface="Arial" panose="020B0604020202020204" pitchFamily="34" charset="0"/>
                <a:ea typeface="Red Hat Display Bold"/>
                <a:cs typeface="Arial" panose="020B0604020202020204" pitchFamily="34" charset="0"/>
                <a:sym typeface="Red Hat Display Bold"/>
              </a:rPr>
              <a:t>QUẢN LÝ THƯ VIỆN – TRƯỜNG ĐẠI HỌC TRÀ VINH</a:t>
            </a:r>
          </a:p>
        </p:txBody>
      </p:sp>
      <p:sp>
        <p:nvSpPr>
          <p:cNvPr id="16" name="TextBox 15">
            <a:extLst>
              <a:ext uri="{FF2B5EF4-FFF2-40B4-BE49-F238E27FC236}">
                <a16:creationId xmlns="" xmlns:a16="http://schemas.microsoft.com/office/drawing/2014/main" id="{DF6A0A79-ED68-B4C4-0053-23441154D8A6}"/>
              </a:ext>
            </a:extLst>
          </p:cNvPr>
          <p:cNvSpPr txBox="1">
            <a:spLocks noChangeArrowheads="1"/>
          </p:cNvSpPr>
          <p:nvPr/>
        </p:nvSpPr>
        <p:spPr bwMode="auto">
          <a:xfrm>
            <a:off x="381000" y="4829450"/>
            <a:ext cx="6553200" cy="1292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a:spcBef>
                <a:spcPct val="0"/>
              </a:spcBef>
              <a:buFont typeface="Arial" panose="020B0604020202020204" pitchFamily="34" charset="0"/>
              <a:buNone/>
            </a:pPr>
            <a:endParaRPr lang="en-GB" altLang="en-US" sz="2600" dirty="0">
              <a:solidFill>
                <a:prstClr val="black"/>
              </a:solidFill>
              <a:latin typeface="Times New Roman" panose="02020603050405020304" pitchFamily="18" charset="0"/>
              <a:cs typeface="Times New Roman" panose="02020603050405020304" pitchFamily="18" charset="0"/>
              <a:sym typeface="+mn-ea"/>
            </a:endParaRPr>
          </a:p>
          <a:p>
            <a:pPr>
              <a:spcBef>
                <a:spcPct val="0"/>
              </a:spcBef>
              <a:buFont typeface="Arial" panose="020B0604020202020204" pitchFamily="34" charset="0"/>
              <a:buNone/>
            </a:pPr>
            <a:r>
              <a:rPr lang="en-GB" altLang="en-US" sz="2600" b="1" smtClean="0">
                <a:solidFill>
                  <a:prstClr val="black"/>
                </a:solidFill>
                <a:latin typeface="Arial" panose="020B0604020202020204" pitchFamily="34" charset="0"/>
                <a:cs typeface="Arial" panose="020B0604020202020204" pitchFamily="34" charset="0"/>
                <a:sym typeface="+mn-ea"/>
              </a:rPr>
              <a:t>GVHD</a:t>
            </a:r>
            <a:r>
              <a:rPr lang="en-GB" altLang="en-US" sz="2600" smtClean="0">
                <a:solidFill>
                  <a:prstClr val="black"/>
                </a:solidFill>
                <a:latin typeface="Arial" panose="020B0604020202020204" pitchFamily="34" charset="0"/>
                <a:cs typeface="Arial" panose="020B0604020202020204" pitchFamily="34" charset="0"/>
                <a:sym typeface="+mn-ea"/>
              </a:rPr>
              <a:t>: TS.ĐOÀN PHƯỚC MIỀN</a:t>
            </a:r>
            <a:endParaRPr lang="en-GB" altLang="en-US" sz="2600" dirty="0">
              <a:solidFill>
                <a:prstClr val="black"/>
              </a:solidFill>
              <a:latin typeface="Arial" panose="020B0604020202020204" pitchFamily="34" charset="0"/>
              <a:cs typeface="Arial" panose="020B0604020202020204" pitchFamily="34" charset="0"/>
              <a:sym typeface="+mn-ea"/>
            </a:endParaRPr>
          </a:p>
          <a:p>
            <a:pPr>
              <a:spcBef>
                <a:spcPct val="0"/>
              </a:spcBef>
              <a:buFont typeface="Arial" panose="020B0604020202020204" pitchFamily="34" charset="0"/>
              <a:buNone/>
            </a:pPr>
            <a:r>
              <a:rPr lang="en-GB" altLang="en-US" sz="2600" b="1">
                <a:solidFill>
                  <a:prstClr val="black"/>
                </a:solidFill>
                <a:latin typeface="Arial" panose="020B0604020202020204" pitchFamily="34" charset="0"/>
                <a:cs typeface="Arial" panose="020B0604020202020204" pitchFamily="34" charset="0"/>
                <a:sym typeface="+mn-ea"/>
              </a:rPr>
              <a:t>SVTH</a:t>
            </a:r>
            <a:r>
              <a:rPr lang="en-GB" altLang="en-US" sz="2600" smtClean="0">
                <a:solidFill>
                  <a:prstClr val="black"/>
                </a:solidFill>
                <a:latin typeface="Arial" panose="020B0604020202020204" pitchFamily="34" charset="0"/>
                <a:cs typeface="Arial" panose="020B0604020202020204" pitchFamily="34" charset="0"/>
                <a:sym typeface="+mn-ea"/>
              </a:rPr>
              <a:t>: THẠCH NGUYỄN QUẾ ANH</a:t>
            </a:r>
            <a:endParaRPr lang="en-GB" altLang="en-US" sz="2600" dirty="0">
              <a:solidFill>
                <a:prstClr val="black"/>
              </a:solidFill>
              <a:latin typeface="Arial" panose="020B0604020202020204" pitchFamily="34" charset="0"/>
              <a:cs typeface="Arial" panose="020B0604020202020204" pitchFamily="34" charset="0"/>
              <a:sym typeface="+mn-ea"/>
            </a:endParaRPr>
          </a:p>
        </p:txBody>
      </p:sp>
    </p:spTree>
    <p:extLst>
      <p:ext uri="{BB962C8B-B14F-4D97-AF65-F5344CB8AC3E}">
        <p14:creationId xmlns:p14="http://schemas.microsoft.com/office/powerpoint/2010/main" val="2389987646"/>
      </p:ext>
    </p:extLst>
  </p:cSld>
  <p:clrMapOvr>
    <a:masterClrMapping/>
  </p:clrMapOvr>
  <p:timing>
    <p:tnLst>
      <p:par>
        <p:cTn id="1" dur="indefinite" restart="never" nodeType="tmRoot"/>
      </p:par>
    </p:tnLst>
  </p:timing>
</p:sld>
</file>

<file path=ppt/theme/theme1.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2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3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4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5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6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Trek</Template>
  <TotalTime>460</TotalTime>
  <Words>519</Words>
  <Application>Microsoft Office PowerPoint</Application>
  <PresentationFormat>On-screen Show (4:3)</PresentationFormat>
  <Paragraphs>100</Paragraphs>
  <Slides>15</Slides>
  <Notes>14</Notes>
  <HiddenSlides>0</HiddenSlides>
  <MMClips>0</MMClips>
  <ScaleCrop>false</ScaleCrop>
  <HeadingPairs>
    <vt:vector size="6" baseType="variant">
      <vt:variant>
        <vt:lpstr>Fonts Used</vt:lpstr>
      </vt:variant>
      <vt:variant>
        <vt:i4>8</vt:i4>
      </vt:variant>
      <vt:variant>
        <vt:lpstr>Theme</vt:lpstr>
      </vt:variant>
      <vt:variant>
        <vt:i4>6</vt:i4>
      </vt:variant>
      <vt:variant>
        <vt:lpstr>Slide Titles</vt:lpstr>
      </vt:variant>
      <vt:variant>
        <vt:i4>15</vt:i4>
      </vt:variant>
    </vt:vector>
  </HeadingPairs>
  <TitlesOfParts>
    <vt:vector size="29" baseType="lpstr">
      <vt:lpstr>Arial</vt:lpstr>
      <vt:lpstr>Calibri</vt:lpstr>
      <vt:lpstr>Inter</vt:lpstr>
      <vt:lpstr>Inter Bold</vt:lpstr>
      <vt:lpstr>Inter Italics</vt:lpstr>
      <vt:lpstr>Inter Medium</vt:lpstr>
      <vt:lpstr>Red Hat Display Bold</vt:lpstr>
      <vt:lpstr>Times New Roman</vt:lpstr>
      <vt:lpstr>1_Office Theme</vt:lpstr>
      <vt:lpstr>2_Office Theme</vt:lpstr>
      <vt:lpstr>3_Office Theme</vt:lpstr>
      <vt:lpstr>4_Office Theme</vt:lpstr>
      <vt:lpstr>5_Office Theme</vt:lpstr>
      <vt:lpstr>6_Office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ASUS</dc:creator>
  <cp:lastModifiedBy>Microsoft account</cp:lastModifiedBy>
  <cp:revision>111</cp:revision>
  <dcterms:created xsi:type="dcterms:W3CDTF">2019-06-04T08:43:00Z</dcterms:created>
  <dcterms:modified xsi:type="dcterms:W3CDTF">2026-01-09T13:25:58Z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2B3E2FAEFFDD4F959729239865938036</vt:lpwstr>
  </property>
  <property fmtid="{D5CDD505-2E9C-101B-9397-08002B2CF9AE}" pid="3" name="KSOProductBuildVer">
    <vt:lpwstr>1033-11.2.0.10426</vt:lpwstr>
  </property>
</Properties>
</file>